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15"/>
  </p:notesMasterIdLst>
  <p:sldIdLst>
    <p:sldId id="256" r:id="rId2"/>
    <p:sldId id="259" r:id="rId3"/>
    <p:sldId id="258" r:id="rId4"/>
    <p:sldId id="260" r:id="rId5"/>
    <p:sldId id="270" r:id="rId6"/>
    <p:sldId id="257" r:id="rId7"/>
    <p:sldId id="262" r:id="rId8"/>
    <p:sldId id="276" r:id="rId9"/>
    <p:sldId id="261" r:id="rId10"/>
    <p:sldId id="263" r:id="rId11"/>
    <p:sldId id="264" r:id="rId12"/>
    <p:sldId id="281" r:id="rId13"/>
    <p:sldId id="282"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7718"/>
    <a:srgbClr val="4559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AAB5FD-54D9-4A0A-8AB1-7600755AC76A}">
  <a:tblStyle styleId="{43AAB5FD-54D9-4A0A-8AB1-7600755AC7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22" autoAdjust="0"/>
    <p:restoredTop sz="94660"/>
  </p:normalViewPr>
  <p:slideViewPr>
    <p:cSldViewPr snapToGrid="0">
      <p:cViewPr varScale="1">
        <p:scale>
          <a:sx n="86" d="100"/>
          <a:sy n="86" d="100"/>
        </p:scale>
        <p:origin x="9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gd986669f0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5" name="Google Shape;1615;gd986669f0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4"/>
        <p:cNvGrpSpPr/>
        <p:nvPr/>
      </p:nvGrpSpPr>
      <p:grpSpPr>
        <a:xfrm>
          <a:off x="0" y="0"/>
          <a:ext cx="0" cy="0"/>
          <a:chOff x="0" y="0"/>
          <a:chExt cx="0" cy="0"/>
        </a:xfrm>
      </p:grpSpPr>
      <p:sp>
        <p:nvSpPr>
          <p:cNvPr id="1645" name="Google Shape;1645;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6" name="Google Shape;1646;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1"/>
        <p:cNvGrpSpPr/>
        <p:nvPr/>
      </p:nvGrpSpPr>
      <p:grpSpPr>
        <a:xfrm>
          <a:off x="0" y="0"/>
          <a:ext cx="0" cy="0"/>
          <a:chOff x="0" y="0"/>
          <a:chExt cx="0" cy="0"/>
        </a:xfrm>
      </p:grpSpPr>
      <p:sp>
        <p:nvSpPr>
          <p:cNvPr id="1652" name="Google Shape;1652;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3" name="Google Shape;1653;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gd991f2972e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6" name="Google Shape;1916;gd991f2972e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0"/>
        <p:cNvGrpSpPr/>
        <p:nvPr/>
      </p:nvGrpSpPr>
      <p:grpSpPr>
        <a:xfrm>
          <a:off x="0" y="0"/>
          <a:ext cx="0" cy="0"/>
          <a:chOff x="0" y="0"/>
          <a:chExt cx="0" cy="0"/>
        </a:xfrm>
      </p:grpSpPr>
      <p:sp>
        <p:nvSpPr>
          <p:cNvPr id="1621" name="Google Shape;1621;gd986669f0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2" name="Google Shape;1622;gd986669f0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d991f2972e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d991f2972e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1"/>
        <p:cNvGrpSpPr/>
        <p:nvPr/>
      </p:nvGrpSpPr>
      <p:grpSpPr>
        <a:xfrm>
          <a:off x="0" y="0"/>
          <a:ext cx="0" cy="0"/>
          <a:chOff x="0" y="0"/>
          <a:chExt cx="0" cy="0"/>
        </a:xfrm>
      </p:grpSpPr>
      <p:sp>
        <p:nvSpPr>
          <p:cNvPr id="2092" name="Google Shape;2092;gd991f2972e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3" name="Google Shape;2093;gd991f2972e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d991f2972e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d991f2972e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p:cNvGrpSpPr/>
        <p:nvPr/>
      </p:nvGrpSpPr>
      <p:grpSpPr>
        <a:xfrm>
          <a:off x="0" y="0"/>
          <a:ext cx="0" cy="0"/>
          <a:chOff x="0" y="0"/>
          <a:chExt cx="0" cy="0"/>
        </a:xfrm>
      </p:grpSpPr>
      <p:sp>
        <p:nvSpPr>
          <p:cNvPr id="1706" name="Google Shape;1706;gd991f2972e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d991f2972e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d991f2972e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d991f2972e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1"/>
        <p:cNvGrpSpPr/>
        <p:nvPr/>
      </p:nvGrpSpPr>
      <p:grpSpPr>
        <a:xfrm>
          <a:off x="0" y="0"/>
          <a:ext cx="0" cy="0"/>
          <a:chOff x="0" y="0"/>
          <a:chExt cx="0" cy="0"/>
        </a:xfrm>
      </p:grpSpPr>
      <p:sp>
        <p:nvSpPr>
          <p:cNvPr id="2212" name="Google Shape;2212;gd991f2972e_0_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3" name="Google Shape;2213;gd991f2972e_0_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416383" y="539364"/>
            <a:ext cx="5227400" cy="4065043"/>
            <a:chOff x="-578216" y="539364"/>
            <a:chExt cx="5227400" cy="4065043"/>
          </a:xfrm>
        </p:grpSpPr>
        <p:grpSp>
          <p:nvGrpSpPr>
            <p:cNvPr id="10" name="Google Shape;10;p2"/>
            <p:cNvGrpSpPr/>
            <p:nvPr/>
          </p:nvGrpSpPr>
          <p:grpSpPr>
            <a:xfrm>
              <a:off x="584083" y="1120101"/>
              <a:ext cx="3484280" cy="580713"/>
              <a:chOff x="0" y="0"/>
              <a:chExt cx="3983400" cy="663900"/>
            </a:xfrm>
          </p:grpSpPr>
          <p:sp>
            <p:nvSpPr>
              <p:cNvPr id="11" name="Google Shape;11;p2"/>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a:off x="584083" y="539401"/>
              <a:ext cx="3484280" cy="580713"/>
              <a:chOff x="0" y="0"/>
              <a:chExt cx="3983400" cy="663900"/>
            </a:xfrm>
          </p:grpSpPr>
          <p:sp>
            <p:nvSpPr>
              <p:cNvPr id="18" name="Google Shape;18;p2"/>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p:nvPr/>
          </p:nvSpPr>
          <p:spPr>
            <a:xfrm>
              <a:off x="4068375" y="1120101"/>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4068375" y="539364"/>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250" y="539364"/>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250" y="1120051"/>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068383"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068383"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068383"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068383"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068383"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2"/>
            <p:cNvGrpSpPr/>
            <p:nvPr/>
          </p:nvGrpSpPr>
          <p:grpSpPr>
            <a:xfrm>
              <a:off x="584083" y="1700802"/>
              <a:ext cx="3484280" cy="580713"/>
              <a:chOff x="0" y="0"/>
              <a:chExt cx="3983400" cy="663900"/>
            </a:xfrm>
          </p:grpSpPr>
          <p:sp>
            <p:nvSpPr>
              <p:cNvPr id="34" name="Google Shape;34;p2"/>
              <p:cNvSpPr/>
              <p:nvPr/>
            </p:nvSpPr>
            <p:spPr>
              <a:xfrm>
                <a:off x="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639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3278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9917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6556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3195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
            <p:cNvGrpSpPr/>
            <p:nvPr/>
          </p:nvGrpSpPr>
          <p:grpSpPr>
            <a:xfrm>
              <a:off x="584083" y="2281503"/>
              <a:ext cx="3484280" cy="580713"/>
              <a:chOff x="0" y="0"/>
              <a:chExt cx="3983400" cy="663900"/>
            </a:xfrm>
          </p:grpSpPr>
          <p:sp>
            <p:nvSpPr>
              <p:cNvPr id="41" name="Google Shape;41;p2"/>
              <p:cNvSpPr/>
              <p:nvPr/>
            </p:nvSpPr>
            <p:spPr>
              <a:xfrm>
                <a:off x="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639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278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9917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6556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3195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
            <p:cNvGrpSpPr/>
            <p:nvPr/>
          </p:nvGrpSpPr>
          <p:grpSpPr>
            <a:xfrm>
              <a:off x="584083" y="2862205"/>
              <a:ext cx="3484280" cy="580713"/>
              <a:chOff x="0" y="0"/>
              <a:chExt cx="3983400" cy="663900"/>
            </a:xfrm>
          </p:grpSpPr>
          <p:sp>
            <p:nvSpPr>
              <p:cNvPr id="48" name="Google Shape;48;p2"/>
              <p:cNvSpPr/>
              <p:nvPr/>
            </p:nvSpPr>
            <p:spPr>
              <a:xfrm>
                <a:off x="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639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3278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9917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6556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3195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a:off x="584083" y="3442906"/>
              <a:ext cx="3484280" cy="580713"/>
              <a:chOff x="0" y="0"/>
              <a:chExt cx="3983400" cy="663900"/>
            </a:xfrm>
          </p:grpSpPr>
          <p:sp>
            <p:nvSpPr>
              <p:cNvPr id="55" name="Google Shape;55;p2"/>
              <p:cNvSpPr/>
              <p:nvPr/>
            </p:nvSpPr>
            <p:spPr>
              <a:xfrm>
                <a:off x="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639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3278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9917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6556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3195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2"/>
            <p:cNvGrpSpPr/>
            <p:nvPr/>
          </p:nvGrpSpPr>
          <p:grpSpPr>
            <a:xfrm>
              <a:off x="584083" y="4023607"/>
              <a:ext cx="3484280" cy="580713"/>
              <a:chOff x="0" y="0"/>
              <a:chExt cx="3983400" cy="663900"/>
            </a:xfrm>
          </p:grpSpPr>
          <p:sp>
            <p:nvSpPr>
              <p:cNvPr id="62" name="Google Shape;62;p2"/>
              <p:cNvSpPr/>
              <p:nvPr/>
            </p:nvSpPr>
            <p:spPr>
              <a:xfrm>
                <a:off x="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639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3278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9917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6556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3319500" y="0"/>
                <a:ext cx="663900" cy="663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2"/>
            <p:cNvSpPr/>
            <p:nvPr/>
          </p:nvSpPr>
          <p:spPr>
            <a:xfrm>
              <a:off x="32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32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32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2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2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578205" y="539364"/>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78205" y="1120051"/>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578216"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578216"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78216"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578216"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78216"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2"/>
          <p:cNvSpPr txBox="1">
            <a:spLocks noGrp="1"/>
          </p:cNvSpPr>
          <p:nvPr>
            <p:ph type="ctrTitle"/>
          </p:nvPr>
        </p:nvSpPr>
        <p:spPr>
          <a:xfrm>
            <a:off x="749625" y="1118575"/>
            <a:ext cx="4059900" cy="2925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75000"/>
              </a:lnSpc>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81" name="Google Shape;81;p2"/>
          <p:cNvSpPr txBox="1">
            <a:spLocks noGrp="1"/>
          </p:cNvSpPr>
          <p:nvPr>
            <p:ph type="subTitle" idx="1"/>
          </p:nvPr>
        </p:nvSpPr>
        <p:spPr>
          <a:xfrm>
            <a:off x="749625" y="4024725"/>
            <a:ext cx="4059900" cy="579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6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0"/>
        <p:cNvGrpSpPr/>
        <p:nvPr/>
      </p:nvGrpSpPr>
      <p:grpSpPr>
        <a:xfrm>
          <a:off x="0" y="0"/>
          <a:ext cx="0" cy="0"/>
          <a:chOff x="0" y="0"/>
          <a:chExt cx="0" cy="0"/>
        </a:xfrm>
      </p:grpSpPr>
      <p:grpSp>
        <p:nvGrpSpPr>
          <p:cNvPr id="231" name="Google Shape;231;p4"/>
          <p:cNvGrpSpPr/>
          <p:nvPr/>
        </p:nvGrpSpPr>
        <p:grpSpPr>
          <a:xfrm>
            <a:off x="8057212" y="-41318"/>
            <a:ext cx="1161527" cy="5226443"/>
            <a:chOff x="8057212" y="-41318"/>
            <a:chExt cx="1161527" cy="5226443"/>
          </a:xfrm>
        </p:grpSpPr>
        <p:sp>
          <p:nvSpPr>
            <p:cNvPr id="232" name="Google Shape;232;p4"/>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 name="Google Shape;250;p4"/>
          <p:cNvSpPr txBox="1">
            <a:spLocks noGrp="1"/>
          </p:cNvSpPr>
          <p:nvPr>
            <p:ph type="title"/>
          </p:nvPr>
        </p:nvSpPr>
        <p:spPr>
          <a:xfrm>
            <a:off x="-106950" y="539400"/>
            <a:ext cx="9357900" cy="5805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1" name="Google Shape;251;p4"/>
          <p:cNvSpPr txBox="1">
            <a:spLocks noGrp="1"/>
          </p:cNvSpPr>
          <p:nvPr>
            <p:ph type="body" idx="1"/>
          </p:nvPr>
        </p:nvSpPr>
        <p:spPr>
          <a:xfrm>
            <a:off x="720000" y="1316905"/>
            <a:ext cx="6801000" cy="3416400"/>
          </a:xfrm>
          <a:prstGeom prst="rect">
            <a:avLst/>
          </a:prstGeom>
        </p:spPr>
        <p:txBody>
          <a:bodyPr spcFirstLastPara="1" wrap="square" lIns="91425" tIns="91425" rIns="91425" bIns="91425" anchor="ctr"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15000"/>
              </a:lnSpc>
              <a:spcBef>
                <a:spcPts val="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2"/>
        <p:cNvGrpSpPr/>
        <p:nvPr/>
      </p:nvGrpSpPr>
      <p:grpSpPr>
        <a:xfrm>
          <a:off x="0" y="0"/>
          <a:ext cx="0" cy="0"/>
          <a:chOff x="0" y="0"/>
          <a:chExt cx="0" cy="0"/>
        </a:xfrm>
      </p:grpSpPr>
      <p:grpSp>
        <p:nvGrpSpPr>
          <p:cNvPr id="253" name="Google Shape;253;p5"/>
          <p:cNvGrpSpPr/>
          <p:nvPr/>
        </p:nvGrpSpPr>
        <p:grpSpPr>
          <a:xfrm>
            <a:off x="6895662" y="-41318"/>
            <a:ext cx="2323077" cy="5226443"/>
            <a:chOff x="6895662" y="-41318"/>
            <a:chExt cx="2323077" cy="5226443"/>
          </a:xfrm>
        </p:grpSpPr>
        <p:sp>
          <p:nvSpPr>
            <p:cNvPr id="254" name="Google Shape;254;p5"/>
            <p:cNvSpPr/>
            <p:nvPr/>
          </p:nvSpPr>
          <p:spPr>
            <a:xfrm>
              <a:off x="689567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747638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689566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747637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689567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747638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689567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747638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
            <p:cNvSpPr/>
            <p:nvPr/>
          </p:nvSpPr>
          <p:spPr>
            <a:xfrm>
              <a:off x="689567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747638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68956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74763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
            <p:cNvSpPr/>
            <p:nvPr/>
          </p:nvSpPr>
          <p:spPr>
            <a:xfrm>
              <a:off x="689567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747638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689567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747638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689567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747638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5"/>
            <p:cNvGrpSpPr/>
            <p:nvPr/>
          </p:nvGrpSpPr>
          <p:grpSpPr>
            <a:xfrm>
              <a:off x="8057212" y="-41318"/>
              <a:ext cx="1161527" cy="5226443"/>
              <a:chOff x="8057212" y="-41318"/>
              <a:chExt cx="1161527" cy="5226443"/>
            </a:xfrm>
          </p:grpSpPr>
          <p:sp>
            <p:nvSpPr>
              <p:cNvPr id="273" name="Google Shape;273;p5"/>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1" name="Google Shape;291;p5"/>
          <p:cNvSpPr txBox="1">
            <a:spLocks noGrp="1"/>
          </p:cNvSpPr>
          <p:nvPr>
            <p:ph type="title"/>
          </p:nvPr>
        </p:nvSpPr>
        <p:spPr>
          <a:xfrm>
            <a:off x="-126450" y="539400"/>
            <a:ext cx="9396900" cy="5829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2" name="Google Shape;292;p5"/>
          <p:cNvSpPr txBox="1">
            <a:spLocks noGrp="1"/>
          </p:cNvSpPr>
          <p:nvPr>
            <p:ph type="title" idx="2"/>
          </p:nvPr>
        </p:nvSpPr>
        <p:spPr>
          <a:xfrm>
            <a:off x="1603550" y="1568350"/>
            <a:ext cx="3240600" cy="4815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2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3" name="Google Shape;293;p5"/>
          <p:cNvSpPr txBox="1">
            <a:spLocks noGrp="1"/>
          </p:cNvSpPr>
          <p:nvPr>
            <p:ph type="title" idx="3"/>
          </p:nvPr>
        </p:nvSpPr>
        <p:spPr>
          <a:xfrm>
            <a:off x="1603550" y="3073875"/>
            <a:ext cx="3240600" cy="4815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2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4" name="Google Shape;294;p5"/>
          <p:cNvSpPr txBox="1">
            <a:spLocks noGrp="1"/>
          </p:cNvSpPr>
          <p:nvPr>
            <p:ph type="subTitle" idx="1"/>
          </p:nvPr>
        </p:nvSpPr>
        <p:spPr>
          <a:xfrm>
            <a:off x="1603550" y="3555500"/>
            <a:ext cx="3240600" cy="53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95" name="Google Shape;295;p5"/>
          <p:cNvSpPr txBox="1">
            <a:spLocks noGrp="1"/>
          </p:cNvSpPr>
          <p:nvPr>
            <p:ph type="subTitle" idx="4"/>
          </p:nvPr>
        </p:nvSpPr>
        <p:spPr>
          <a:xfrm>
            <a:off x="1603550" y="2049975"/>
            <a:ext cx="3240600" cy="53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6"/>
        <p:cNvGrpSpPr/>
        <p:nvPr/>
      </p:nvGrpSpPr>
      <p:grpSpPr>
        <a:xfrm>
          <a:off x="0" y="0"/>
          <a:ext cx="0" cy="0"/>
          <a:chOff x="0" y="0"/>
          <a:chExt cx="0" cy="0"/>
        </a:xfrm>
      </p:grpSpPr>
      <p:grpSp>
        <p:nvGrpSpPr>
          <p:cNvPr id="297" name="Google Shape;297;p6"/>
          <p:cNvGrpSpPr/>
          <p:nvPr/>
        </p:nvGrpSpPr>
        <p:grpSpPr>
          <a:xfrm>
            <a:off x="-74738" y="-41318"/>
            <a:ext cx="1161527" cy="5226443"/>
            <a:chOff x="8057212" y="-41318"/>
            <a:chExt cx="1161527" cy="5226443"/>
          </a:xfrm>
        </p:grpSpPr>
        <p:sp>
          <p:nvSpPr>
            <p:cNvPr id="298" name="Google Shape;298;p6"/>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6"/>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6"/>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6"/>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6"/>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6" name="Google Shape;316;p6"/>
          <p:cNvSpPr txBox="1">
            <a:spLocks noGrp="1"/>
          </p:cNvSpPr>
          <p:nvPr>
            <p:ph type="title"/>
          </p:nvPr>
        </p:nvSpPr>
        <p:spPr>
          <a:xfrm>
            <a:off x="-79650" y="539850"/>
            <a:ext cx="9303300" cy="5826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7"/>
        <p:cNvGrpSpPr/>
        <p:nvPr/>
      </p:nvGrpSpPr>
      <p:grpSpPr>
        <a:xfrm>
          <a:off x="0" y="0"/>
          <a:ext cx="0" cy="0"/>
          <a:chOff x="0" y="0"/>
          <a:chExt cx="0" cy="0"/>
        </a:xfrm>
      </p:grpSpPr>
      <p:sp>
        <p:nvSpPr>
          <p:cNvPr id="468" name="Google Shape;468;p9"/>
          <p:cNvSpPr txBox="1">
            <a:spLocks noGrp="1"/>
          </p:cNvSpPr>
          <p:nvPr>
            <p:ph type="title"/>
          </p:nvPr>
        </p:nvSpPr>
        <p:spPr>
          <a:xfrm>
            <a:off x="1084275" y="539400"/>
            <a:ext cx="6975600" cy="5808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69" name="Google Shape;469;p9"/>
          <p:cNvSpPr txBox="1">
            <a:spLocks noGrp="1"/>
          </p:cNvSpPr>
          <p:nvPr>
            <p:ph type="subTitle" idx="1"/>
          </p:nvPr>
        </p:nvSpPr>
        <p:spPr>
          <a:xfrm>
            <a:off x="2088300" y="1104925"/>
            <a:ext cx="4967400" cy="1176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470" name="Google Shape;470;p9"/>
          <p:cNvGrpSpPr/>
          <p:nvPr/>
        </p:nvGrpSpPr>
        <p:grpSpPr>
          <a:xfrm>
            <a:off x="-72961" y="2281503"/>
            <a:ext cx="9291700" cy="2903622"/>
            <a:chOff x="-72961" y="2281503"/>
            <a:chExt cx="9291700" cy="2903622"/>
          </a:xfrm>
        </p:grpSpPr>
        <p:sp>
          <p:nvSpPr>
            <p:cNvPr id="471" name="Google Shape;471;p9"/>
            <p:cNvSpPr/>
            <p:nvPr/>
          </p:nvSpPr>
          <p:spPr>
            <a:xfrm>
              <a:off x="3992183"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4572899"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153615"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9"/>
            <p:cNvSpPr/>
            <p:nvPr/>
          </p:nvSpPr>
          <p:spPr>
            <a:xfrm>
              <a:off x="5734331"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9"/>
            <p:cNvSpPr/>
            <p:nvPr/>
          </p:nvSpPr>
          <p:spPr>
            <a:xfrm>
              <a:off x="6315047"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9"/>
            <p:cNvSpPr/>
            <p:nvPr/>
          </p:nvSpPr>
          <p:spPr>
            <a:xfrm>
              <a:off x="6895764"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7" name="Google Shape;477;p9"/>
            <p:cNvGrpSpPr/>
            <p:nvPr/>
          </p:nvGrpSpPr>
          <p:grpSpPr>
            <a:xfrm>
              <a:off x="507883" y="4604325"/>
              <a:ext cx="3484280" cy="580713"/>
              <a:chOff x="0" y="0"/>
              <a:chExt cx="3983400" cy="663900"/>
            </a:xfrm>
          </p:grpSpPr>
          <p:sp>
            <p:nvSpPr>
              <p:cNvPr id="478" name="Google Shape;478;p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 name="Google Shape;484;p9"/>
            <p:cNvSpPr/>
            <p:nvPr/>
          </p:nvSpPr>
          <p:spPr>
            <a:xfrm>
              <a:off x="3992183"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4572899"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5153615"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5734331"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a:off x="6315047"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a:off x="6895764"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3992183"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4572899"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5153615"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9"/>
            <p:cNvSpPr/>
            <p:nvPr/>
          </p:nvSpPr>
          <p:spPr>
            <a:xfrm>
              <a:off x="5734331"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a:off x="6315047"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6895764"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3992183"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9"/>
            <p:cNvSpPr/>
            <p:nvPr/>
          </p:nvSpPr>
          <p:spPr>
            <a:xfrm>
              <a:off x="4572899"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9"/>
            <p:cNvSpPr/>
            <p:nvPr/>
          </p:nvSpPr>
          <p:spPr>
            <a:xfrm>
              <a:off x="5153615"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4331"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6315047"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9"/>
            <p:cNvSpPr/>
            <p:nvPr/>
          </p:nvSpPr>
          <p:spPr>
            <a:xfrm>
              <a:off x="6895764"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9"/>
            <p:cNvSpPr/>
            <p:nvPr/>
          </p:nvSpPr>
          <p:spPr>
            <a:xfrm>
              <a:off x="3992183"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9"/>
            <p:cNvSpPr/>
            <p:nvPr/>
          </p:nvSpPr>
          <p:spPr>
            <a:xfrm>
              <a:off x="4572899"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a:off x="5153615"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a:off x="5734331"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a:off x="6315047"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9"/>
            <p:cNvSpPr/>
            <p:nvPr/>
          </p:nvSpPr>
          <p:spPr>
            <a:xfrm>
              <a:off x="6895764"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8" name="Google Shape;508;p9"/>
            <p:cNvGrpSpPr/>
            <p:nvPr/>
          </p:nvGrpSpPr>
          <p:grpSpPr>
            <a:xfrm>
              <a:off x="507883" y="2281503"/>
              <a:ext cx="3484280" cy="580713"/>
              <a:chOff x="0" y="0"/>
              <a:chExt cx="3983400" cy="663900"/>
            </a:xfrm>
          </p:grpSpPr>
          <p:sp>
            <p:nvSpPr>
              <p:cNvPr id="509" name="Google Shape;509;p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 name="Google Shape;515;p9"/>
            <p:cNvGrpSpPr/>
            <p:nvPr/>
          </p:nvGrpSpPr>
          <p:grpSpPr>
            <a:xfrm>
              <a:off x="507883" y="2862205"/>
              <a:ext cx="3484280" cy="580713"/>
              <a:chOff x="0" y="0"/>
              <a:chExt cx="3983400" cy="663900"/>
            </a:xfrm>
          </p:grpSpPr>
          <p:sp>
            <p:nvSpPr>
              <p:cNvPr id="516" name="Google Shape;516;p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9"/>
            <p:cNvGrpSpPr/>
            <p:nvPr/>
          </p:nvGrpSpPr>
          <p:grpSpPr>
            <a:xfrm>
              <a:off x="507883" y="3442906"/>
              <a:ext cx="3484280" cy="580713"/>
              <a:chOff x="0" y="0"/>
              <a:chExt cx="3983400" cy="663900"/>
            </a:xfrm>
          </p:grpSpPr>
          <p:sp>
            <p:nvSpPr>
              <p:cNvPr id="523" name="Google Shape;523;p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 name="Google Shape;529;p9"/>
            <p:cNvGrpSpPr/>
            <p:nvPr/>
          </p:nvGrpSpPr>
          <p:grpSpPr>
            <a:xfrm>
              <a:off x="507883" y="4023607"/>
              <a:ext cx="3484280" cy="580713"/>
              <a:chOff x="0" y="0"/>
              <a:chExt cx="3983400" cy="663900"/>
            </a:xfrm>
          </p:grpSpPr>
          <p:sp>
            <p:nvSpPr>
              <p:cNvPr id="530" name="Google Shape;530;p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6" name="Google Shape;536;p9"/>
            <p:cNvSpPr/>
            <p:nvPr/>
          </p:nvSpPr>
          <p:spPr>
            <a:xfrm>
              <a:off x="7476506"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9"/>
            <p:cNvSpPr/>
            <p:nvPr/>
          </p:nvSpPr>
          <p:spPr>
            <a:xfrm>
              <a:off x="8057222"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9"/>
            <p:cNvSpPr/>
            <p:nvPr/>
          </p:nvSpPr>
          <p:spPr>
            <a:xfrm>
              <a:off x="8637939"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9"/>
            <p:cNvSpPr/>
            <p:nvPr/>
          </p:nvSpPr>
          <p:spPr>
            <a:xfrm>
              <a:off x="7476506"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9"/>
            <p:cNvSpPr/>
            <p:nvPr/>
          </p:nvSpPr>
          <p:spPr>
            <a:xfrm>
              <a:off x="8057222"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9"/>
            <p:cNvSpPr/>
            <p:nvPr/>
          </p:nvSpPr>
          <p:spPr>
            <a:xfrm>
              <a:off x="8637939"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9"/>
            <p:cNvSpPr/>
            <p:nvPr/>
          </p:nvSpPr>
          <p:spPr>
            <a:xfrm>
              <a:off x="7476506"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9"/>
            <p:cNvSpPr/>
            <p:nvPr/>
          </p:nvSpPr>
          <p:spPr>
            <a:xfrm>
              <a:off x="8057222"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
            <p:cNvSpPr/>
            <p:nvPr/>
          </p:nvSpPr>
          <p:spPr>
            <a:xfrm>
              <a:off x="8637939"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9"/>
            <p:cNvSpPr/>
            <p:nvPr/>
          </p:nvSpPr>
          <p:spPr>
            <a:xfrm>
              <a:off x="7476506"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9"/>
            <p:cNvSpPr/>
            <p:nvPr/>
          </p:nvSpPr>
          <p:spPr>
            <a:xfrm>
              <a:off x="8057222"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9"/>
            <p:cNvSpPr/>
            <p:nvPr/>
          </p:nvSpPr>
          <p:spPr>
            <a:xfrm>
              <a:off x="8637939"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9"/>
            <p:cNvSpPr/>
            <p:nvPr/>
          </p:nvSpPr>
          <p:spPr>
            <a:xfrm>
              <a:off x="7476506"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8057222"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8637939"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72961"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72961" y="2281503"/>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72961" y="286220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72961" y="3442906"/>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72961" y="4023607"/>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0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01"/>
        <p:cNvGrpSpPr/>
        <p:nvPr/>
      </p:nvGrpSpPr>
      <p:grpSpPr>
        <a:xfrm>
          <a:off x="0" y="0"/>
          <a:ext cx="0" cy="0"/>
          <a:chOff x="0" y="0"/>
          <a:chExt cx="0" cy="0"/>
        </a:xfrm>
      </p:grpSpPr>
      <p:grpSp>
        <p:nvGrpSpPr>
          <p:cNvPr id="702" name="Google Shape;702;p13"/>
          <p:cNvGrpSpPr/>
          <p:nvPr/>
        </p:nvGrpSpPr>
        <p:grpSpPr>
          <a:xfrm>
            <a:off x="5734112" y="-41318"/>
            <a:ext cx="3484627" cy="5226443"/>
            <a:chOff x="5734112" y="-41318"/>
            <a:chExt cx="3484627" cy="5226443"/>
          </a:xfrm>
        </p:grpSpPr>
        <p:sp>
          <p:nvSpPr>
            <p:cNvPr id="703" name="Google Shape;703;p13"/>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3"/>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3"/>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3"/>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3"/>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3"/>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3"/>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3"/>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3"/>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3"/>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3"/>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3"/>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3"/>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3"/>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3"/>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3"/>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3"/>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3"/>
            <p:cNvSpPr/>
            <p:nvPr/>
          </p:nvSpPr>
          <p:spPr>
            <a:xfrm>
              <a:off x="689567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3"/>
            <p:cNvSpPr/>
            <p:nvPr/>
          </p:nvSpPr>
          <p:spPr>
            <a:xfrm>
              <a:off x="747638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3"/>
            <p:cNvSpPr/>
            <p:nvPr/>
          </p:nvSpPr>
          <p:spPr>
            <a:xfrm>
              <a:off x="689566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3"/>
            <p:cNvSpPr/>
            <p:nvPr/>
          </p:nvSpPr>
          <p:spPr>
            <a:xfrm>
              <a:off x="747637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3"/>
            <p:cNvSpPr/>
            <p:nvPr/>
          </p:nvSpPr>
          <p:spPr>
            <a:xfrm>
              <a:off x="689567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747638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689567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3"/>
            <p:cNvSpPr/>
            <p:nvPr/>
          </p:nvSpPr>
          <p:spPr>
            <a:xfrm>
              <a:off x="747638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3"/>
            <p:cNvSpPr/>
            <p:nvPr/>
          </p:nvSpPr>
          <p:spPr>
            <a:xfrm>
              <a:off x="689567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747638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68956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74763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689567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747638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689567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747638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689567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747638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57341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63148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57341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63148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57341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63148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57341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63148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57341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63148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57341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63148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57341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63148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57341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63148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3"/>
            <p:cNvSpPr/>
            <p:nvPr/>
          </p:nvSpPr>
          <p:spPr>
            <a:xfrm>
              <a:off x="57341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3"/>
            <p:cNvSpPr/>
            <p:nvPr/>
          </p:nvSpPr>
          <p:spPr>
            <a:xfrm>
              <a:off x="63148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7" name="Google Shape;757;p13"/>
          <p:cNvSpPr txBox="1">
            <a:spLocks noGrp="1"/>
          </p:cNvSpPr>
          <p:nvPr>
            <p:ph type="title"/>
          </p:nvPr>
        </p:nvSpPr>
        <p:spPr>
          <a:xfrm>
            <a:off x="713100" y="1988150"/>
            <a:ext cx="20250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758" name="Google Shape;758;p13"/>
          <p:cNvSpPr txBox="1">
            <a:spLocks noGrp="1"/>
          </p:cNvSpPr>
          <p:nvPr>
            <p:ph type="title" idx="2" hasCustomPrompt="1"/>
          </p:nvPr>
        </p:nvSpPr>
        <p:spPr>
          <a:xfrm>
            <a:off x="1453800" y="1346263"/>
            <a:ext cx="543600" cy="543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9" name="Google Shape;759;p13"/>
          <p:cNvSpPr txBox="1">
            <a:spLocks noGrp="1"/>
          </p:cNvSpPr>
          <p:nvPr>
            <p:ph type="subTitle" idx="1"/>
          </p:nvPr>
        </p:nvSpPr>
        <p:spPr>
          <a:xfrm>
            <a:off x="713100" y="2405367"/>
            <a:ext cx="20250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60" name="Google Shape;760;p13"/>
          <p:cNvSpPr txBox="1">
            <a:spLocks noGrp="1"/>
          </p:cNvSpPr>
          <p:nvPr>
            <p:ph type="title" idx="3"/>
          </p:nvPr>
        </p:nvSpPr>
        <p:spPr>
          <a:xfrm>
            <a:off x="3170229" y="1988150"/>
            <a:ext cx="20250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761" name="Google Shape;761;p13"/>
          <p:cNvSpPr txBox="1">
            <a:spLocks noGrp="1"/>
          </p:cNvSpPr>
          <p:nvPr>
            <p:ph type="title" idx="4" hasCustomPrompt="1"/>
          </p:nvPr>
        </p:nvSpPr>
        <p:spPr>
          <a:xfrm>
            <a:off x="3910923" y="1346263"/>
            <a:ext cx="543600" cy="543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2" name="Google Shape;762;p13"/>
          <p:cNvSpPr txBox="1">
            <a:spLocks noGrp="1"/>
          </p:cNvSpPr>
          <p:nvPr>
            <p:ph type="subTitle" idx="5"/>
          </p:nvPr>
        </p:nvSpPr>
        <p:spPr>
          <a:xfrm>
            <a:off x="3170223" y="2405367"/>
            <a:ext cx="20250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63" name="Google Shape;763;p13"/>
          <p:cNvSpPr txBox="1">
            <a:spLocks noGrp="1"/>
          </p:cNvSpPr>
          <p:nvPr>
            <p:ph type="title" idx="6"/>
          </p:nvPr>
        </p:nvSpPr>
        <p:spPr>
          <a:xfrm>
            <a:off x="713100" y="3718772"/>
            <a:ext cx="20250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764" name="Google Shape;764;p13"/>
          <p:cNvSpPr txBox="1">
            <a:spLocks noGrp="1"/>
          </p:cNvSpPr>
          <p:nvPr>
            <p:ph type="title" idx="7" hasCustomPrompt="1"/>
          </p:nvPr>
        </p:nvSpPr>
        <p:spPr>
          <a:xfrm>
            <a:off x="1453800" y="3096450"/>
            <a:ext cx="543600" cy="543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3000">
                <a:solidFill>
                  <a:schemeClr val="accent1"/>
                </a:solidFill>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765" name="Google Shape;765;p13"/>
          <p:cNvSpPr txBox="1">
            <a:spLocks noGrp="1"/>
          </p:cNvSpPr>
          <p:nvPr>
            <p:ph type="subTitle" idx="8"/>
          </p:nvPr>
        </p:nvSpPr>
        <p:spPr>
          <a:xfrm>
            <a:off x="713100" y="4136098"/>
            <a:ext cx="20250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66" name="Google Shape;766;p13"/>
          <p:cNvSpPr txBox="1">
            <a:spLocks noGrp="1"/>
          </p:cNvSpPr>
          <p:nvPr>
            <p:ph type="title" idx="9"/>
          </p:nvPr>
        </p:nvSpPr>
        <p:spPr>
          <a:xfrm>
            <a:off x="3170229" y="3718773"/>
            <a:ext cx="20250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767" name="Google Shape;767;p13"/>
          <p:cNvSpPr txBox="1">
            <a:spLocks noGrp="1"/>
          </p:cNvSpPr>
          <p:nvPr>
            <p:ph type="title" idx="13" hasCustomPrompt="1"/>
          </p:nvPr>
        </p:nvSpPr>
        <p:spPr>
          <a:xfrm>
            <a:off x="3910923" y="3096450"/>
            <a:ext cx="543600" cy="543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3000">
                <a:solidFill>
                  <a:schemeClr val="accent1"/>
                </a:solidFill>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768" name="Google Shape;768;p13"/>
          <p:cNvSpPr txBox="1">
            <a:spLocks noGrp="1"/>
          </p:cNvSpPr>
          <p:nvPr>
            <p:ph type="subTitle" idx="14"/>
          </p:nvPr>
        </p:nvSpPr>
        <p:spPr>
          <a:xfrm>
            <a:off x="3170223" y="4136100"/>
            <a:ext cx="20250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69" name="Google Shape;769;p13"/>
          <p:cNvSpPr txBox="1">
            <a:spLocks noGrp="1"/>
          </p:cNvSpPr>
          <p:nvPr>
            <p:ph type="title" idx="15"/>
          </p:nvPr>
        </p:nvSpPr>
        <p:spPr>
          <a:xfrm>
            <a:off x="507850" y="539400"/>
            <a:ext cx="5226300" cy="5817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70"/>
        <p:cNvGrpSpPr/>
        <p:nvPr/>
      </p:nvGrpSpPr>
      <p:grpSpPr>
        <a:xfrm>
          <a:off x="0" y="0"/>
          <a:ext cx="0" cy="0"/>
          <a:chOff x="0" y="0"/>
          <a:chExt cx="0" cy="0"/>
        </a:xfrm>
      </p:grpSpPr>
      <p:sp>
        <p:nvSpPr>
          <p:cNvPr id="771" name="Google Shape;771;p14"/>
          <p:cNvSpPr txBox="1">
            <a:spLocks noGrp="1"/>
          </p:cNvSpPr>
          <p:nvPr>
            <p:ph type="title"/>
          </p:nvPr>
        </p:nvSpPr>
        <p:spPr>
          <a:xfrm>
            <a:off x="3405600" y="3419200"/>
            <a:ext cx="5025300" cy="48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72" name="Google Shape;772;p14"/>
          <p:cNvSpPr txBox="1">
            <a:spLocks noGrp="1"/>
          </p:cNvSpPr>
          <p:nvPr>
            <p:ph type="subTitle" idx="1"/>
          </p:nvPr>
        </p:nvSpPr>
        <p:spPr>
          <a:xfrm>
            <a:off x="3405825" y="1788400"/>
            <a:ext cx="5025300" cy="1478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10">
    <p:spTree>
      <p:nvGrpSpPr>
        <p:cNvPr id="1" name="Shape 776"/>
        <p:cNvGrpSpPr/>
        <p:nvPr/>
      </p:nvGrpSpPr>
      <p:grpSpPr>
        <a:xfrm>
          <a:off x="0" y="0"/>
          <a:ext cx="0" cy="0"/>
          <a:chOff x="0" y="0"/>
          <a:chExt cx="0" cy="0"/>
        </a:xfrm>
      </p:grpSpPr>
      <p:grpSp>
        <p:nvGrpSpPr>
          <p:cNvPr id="777" name="Google Shape;777;p16"/>
          <p:cNvGrpSpPr/>
          <p:nvPr/>
        </p:nvGrpSpPr>
        <p:grpSpPr>
          <a:xfrm>
            <a:off x="-74738" y="-41318"/>
            <a:ext cx="1161527" cy="5226443"/>
            <a:chOff x="8057212" y="-41318"/>
            <a:chExt cx="1161527" cy="5226443"/>
          </a:xfrm>
        </p:grpSpPr>
        <p:sp>
          <p:nvSpPr>
            <p:cNvPr id="778" name="Google Shape;778;p16"/>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6"/>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6"/>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6"/>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6"/>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6"/>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6"/>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6"/>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6"/>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6"/>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6"/>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6"/>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6"/>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6"/>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6"/>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6"/>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6"/>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6"/>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16"/>
          <p:cNvSpPr txBox="1">
            <a:spLocks noGrp="1"/>
          </p:cNvSpPr>
          <p:nvPr>
            <p:ph type="body" idx="1"/>
          </p:nvPr>
        </p:nvSpPr>
        <p:spPr>
          <a:xfrm>
            <a:off x="1341100" y="1511100"/>
            <a:ext cx="3422400" cy="3093000"/>
          </a:xfrm>
          <a:prstGeom prst="rect">
            <a:avLst/>
          </a:prstGeom>
        </p:spPr>
        <p:txBody>
          <a:bodyPr spcFirstLastPara="1" wrap="square" lIns="91425" tIns="91425" rIns="91425" bIns="91425" anchor="b"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15000"/>
              </a:lnSpc>
              <a:spcBef>
                <a:spcPts val="10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797" name="Google Shape;797;p16"/>
          <p:cNvSpPr txBox="1">
            <a:spLocks noGrp="1"/>
          </p:cNvSpPr>
          <p:nvPr>
            <p:ph type="body" idx="2"/>
          </p:nvPr>
        </p:nvSpPr>
        <p:spPr>
          <a:xfrm>
            <a:off x="5008500" y="1511100"/>
            <a:ext cx="3422400" cy="3093000"/>
          </a:xfrm>
          <a:prstGeom prst="rect">
            <a:avLst/>
          </a:prstGeom>
        </p:spPr>
        <p:txBody>
          <a:bodyPr spcFirstLastPara="1" wrap="square" lIns="91425" tIns="91425" rIns="91425" bIns="91425" anchor="b" anchorCtr="0">
            <a:noAutofit/>
          </a:bodyPr>
          <a:lstStyle>
            <a:lvl1pPr marL="457200" lvl="0" indent="-304800" rtl="0">
              <a:lnSpc>
                <a:spcPct val="100000"/>
              </a:lnSpc>
              <a:spcBef>
                <a:spcPts val="0"/>
              </a:spcBef>
              <a:spcAft>
                <a:spcPts val="0"/>
              </a:spcAft>
              <a:buSzPts val="1200"/>
              <a:buChar char="■"/>
              <a:defRPr sz="1400"/>
            </a:lvl1pPr>
            <a:lvl2pPr marL="914400" lvl="1" indent="-304800" rtl="0">
              <a:lnSpc>
                <a:spcPct val="115000"/>
              </a:lnSpc>
              <a:spcBef>
                <a:spcPts val="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798" name="Google Shape;798;p16"/>
          <p:cNvSpPr txBox="1">
            <a:spLocks noGrp="1"/>
          </p:cNvSpPr>
          <p:nvPr>
            <p:ph type="title"/>
          </p:nvPr>
        </p:nvSpPr>
        <p:spPr>
          <a:xfrm>
            <a:off x="-152100" y="539400"/>
            <a:ext cx="9448200" cy="5829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99"/>
        <p:cNvGrpSpPr/>
        <p:nvPr/>
      </p:nvGrpSpPr>
      <p:grpSpPr>
        <a:xfrm>
          <a:off x="0" y="0"/>
          <a:ext cx="0" cy="0"/>
          <a:chOff x="0" y="0"/>
          <a:chExt cx="0" cy="0"/>
        </a:xfrm>
      </p:grpSpPr>
      <p:sp>
        <p:nvSpPr>
          <p:cNvPr id="800" name="Google Shape;800;p17"/>
          <p:cNvSpPr txBox="1">
            <a:spLocks noGrp="1"/>
          </p:cNvSpPr>
          <p:nvPr>
            <p:ph type="title"/>
          </p:nvPr>
        </p:nvSpPr>
        <p:spPr>
          <a:xfrm>
            <a:off x="-131892" y="539400"/>
            <a:ext cx="9390300" cy="5829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01" name="Google Shape;801;p17"/>
          <p:cNvSpPr txBox="1">
            <a:spLocks noGrp="1"/>
          </p:cNvSpPr>
          <p:nvPr>
            <p:ph type="title" idx="2"/>
          </p:nvPr>
        </p:nvSpPr>
        <p:spPr>
          <a:xfrm>
            <a:off x="1086800" y="3254175"/>
            <a:ext cx="2247600" cy="41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2" name="Google Shape;802;p17"/>
          <p:cNvSpPr txBox="1">
            <a:spLocks noGrp="1"/>
          </p:cNvSpPr>
          <p:nvPr>
            <p:ph type="subTitle" idx="1"/>
          </p:nvPr>
        </p:nvSpPr>
        <p:spPr>
          <a:xfrm>
            <a:off x="1086800" y="3673150"/>
            <a:ext cx="2247600" cy="76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03" name="Google Shape;803;p17"/>
          <p:cNvSpPr txBox="1">
            <a:spLocks noGrp="1"/>
          </p:cNvSpPr>
          <p:nvPr>
            <p:ph type="title" idx="3"/>
          </p:nvPr>
        </p:nvSpPr>
        <p:spPr>
          <a:xfrm>
            <a:off x="3448196" y="3254175"/>
            <a:ext cx="2247600" cy="41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4" name="Google Shape;804;p17"/>
          <p:cNvSpPr txBox="1">
            <a:spLocks noGrp="1"/>
          </p:cNvSpPr>
          <p:nvPr>
            <p:ph type="subTitle" idx="4"/>
          </p:nvPr>
        </p:nvSpPr>
        <p:spPr>
          <a:xfrm>
            <a:off x="3448196" y="3673150"/>
            <a:ext cx="2247600" cy="76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05" name="Google Shape;805;p17"/>
          <p:cNvSpPr txBox="1">
            <a:spLocks noGrp="1"/>
          </p:cNvSpPr>
          <p:nvPr>
            <p:ph type="title" idx="5"/>
          </p:nvPr>
        </p:nvSpPr>
        <p:spPr>
          <a:xfrm>
            <a:off x="5809599" y="3254175"/>
            <a:ext cx="2247600" cy="41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6" name="Google Shape;806;p17"/>
          <p:cNvSpPr txBox="1">
            <a:spLocks noGrp="1"/>
          </p:cNvSpPr>
          <p:nvPr>
            <p:ph type="subTitle" idx="6"/>
          </p:nvPr>
        </p:nvSpPr>
        <p:spPr>
          <a:xfrm>
            <a:off x="5809598" y="3673150"/>
            <a:ext cx="2247600" cy="76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807"/>
        <p:cNvGrpSpPr/>
        <p:nvPr/>
      </p:nvGrpSpPr>
      <p:grpSpPr>
        <a:xfrm>
          <a:off x="0" y="0"/>
          <a:ext cx="0" cy="0"/>
          <a:chOff x="0" y="0"/>
          <a:chExt cx="0" cy="0"/>
        </a:xfrm>
      </p:grpSpPr>
      <p:grpSp>
        <p:nvGrpSpPr>
          <p:cNvPr id="808" name="Google Shape;808;p18"/>
          <p:cNvGrpSpPr/>
          <p:nvPr/>
        </p:nvGrpSpPr>
        <p:grpSpPr>
          <a:xfrm>
            <a:off x="-74738" y="-41318"/>
            <a:ext cx="580811" cy="5226443"/>
            <a:chOff x="-74738" y="-41318"/>
            <a:chExt cx="580811" cy="5226443"/>
          </a:xfrm>
        </p:grpSpPr>
        <p:sp>
          <p:nvSpPr>
            <p:cNvPr id="809" name="Google Shape;809;p18"/>
            <p:cNvSpPr/>
            <p:nvPr/>
          </p:nvSpPr>
          <p:spPr>
            <a:xfrm>
              <a:off x="-74728"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8"/>
            <p:cNvSpPr/>
            <p:nvPr/>
          </p:nvSpPr>
          <p:spPr>
            <a:xfrm>
              <a:off x="-74738"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8"/>
            <p:cNvSpPr/>
            <p:nvPr/>
          </p:nvSpPr>
          <p:spPr>
            <a:xfrm>
              <a:off x="-74728"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8"/>
            <p:cNvSpPr/>
            <p:nvPr/>
          </p:nvSpPr>
          <p:spPr>
            <a:xfrm>
              <a:off x="-74728"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8"/>
            <p:cNvSpPr/>
            <p:nvPr/>
          </p:nvSpPr>
          <p:spPr>
            <a:xfrm>
              <a:off x="-74728"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8"/>
            <p:cNvSpPr/>
            <p:nvPr/>
          </p:nvSpPr>
          <p:spPr>
            <a:xfrm>
              <a:off x="-74728"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8"/>
            <p:cNvSpPr/>
            <p:nvPr/>
          </p:nvSpPr>
          <p:spPr>
            <a:xfrm>
              <a:off x="-74728"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8"/>
            <p:cNvSpPr/>
            <p:nvPr/>
          </p:nvSpPr>
          <p:spPr>
            <a:xfrm>
              <a:off x="-74728"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8"/>
            <p:cNvSpPr/>
            <p:nvPr/>
          </p:nvSpPr>
          <p:spPr>
            <a:xfrm>
              <a:off x="-74728"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18"/>
          <p:cNvGrpSpPr/>
          <p:nvPr/>
        </p:nvGrpSpPr>
        <p:grpSpPr>
          <a:xfrm>
            <a:off x="8637062" y="-41318"/>
            <a:ext cx="580811" cy="5226443"/>
            <a:chOff x="-74738" y="-41318"/>
            <a:chExt cx="580811" cy="5226443"/>
          </a:xfrm>
        </p:grpSpPr>
        <p:sp>
          <p:nvSpPr>
            <p:cNvPr id="819" name="Google Shape;819;p18"/>
            <p:cNvSpPr/>
            <p:nvPr/>
          </p:nvSpPr>
          <p:spPr>
            <a:xfrm>
              <a:off x="-74728"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8"/>
            <p:cNvSpPr/>
            <p:nvPr/>
          </p:nvSpPr>
          <p:spPr>
            <a:xfrm>
              <a:off x="-74738"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8"/>
            <p:cNvSpPr/>
            <p:nvPr/>
          </p:nvSpPr>
          <p:spPr>
            <a:xfrm>
              <a:off x="-74728"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8"/>
            <p:cNvSpPr/>
            <p:nvPr/>
          </p:nvSpPr>
          <p:spPr>
            <a:xfrm>
              <a:off x="-74728"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8"/>
            <p:cNvSpPr/>
            <p:nvPr/>
          </p:nvSpPr>
          <p:spPr>
            <a:xfrm>
              <a:off x="-74728"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8"/>
            <p:cNvSpPr/>
            <p:nvPr/>
          </p:nvSpPr>
          <p:spPr>
            <a:xfrm>
              <a:off x="-74728"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8"/>
            <p:cNvSpPr/>
            <p:nvPr/>
          </p:nvSpPr>
          <p:spPr>
            <a:xfrm>
              <a:off x="-74728"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8"/>
            <p:cNvSpPr/>
            <p:nvPr/>
          </p:nvSpPr>
          <p:spPr>
            <a:xfrm>
              <a:off x="-74728"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8"/>
            <p:cNvSpPr/>
            <p:nvPr/>
          </p:nvSpPr>
          <p:spPr>
            <a:xfrm>
              <a:off x="-74728"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18"/>
          <p:cNvSpPr txBox="1">
            <a:spLocks noGrp="1"/>
          </p:cNvSpPr>
          <p:nvPr>
            <p:ph type="title"/>
          </p:nvPr>
        </p:nvSpPr>
        <p:spPr>
          <a:xfrm>
            <a:off x="-124050" y="539850"/>
            <a:ext cx="9392100" cy="5826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9" name="Google Shape;829;p18"/>
          <p:cNvSpPr txBox="1">
            <a:spLocks noGrp="1"/>
          </p:cNvSpPr>
          <p:nvPr>
            <p:ph type="title" idx="2"/>
          </p:nvPr>
        </p:nvSpPr>
        <p:spPr>
          <a:xfrm>
            <a:off x="713100" y="1501375"/>
            <a:ext cx="1810800" cy="39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0" name="Google Shape;830;p18"/>
          <p:cNvSpPr txBox="1">
            <a:spLocks noGrp="1"/>
          </p:cNvSpPr>
          <p:nvPr>
            <p:ph type="subTitle" idx="1"/>
          </p:nvPr>
        </p:nvSpPr>
        <p:spPr>
          <a:xfrm>
            <a:off x="713100" y="1900675"/>
            <a:ext cx="1810800" cy="58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1" name="Google Shape;831;p18"/>
          <p:cNvSpPr txBox="1">
            <a:spLocks noGrp="1"/>
          </p:cNvSpPr>
          <p:nvPr>
            <p:ph type="title" idx="3"/>
          </p:nvPr>
        </p:nvSpPr>
        <p:spPr>
          <a:xfrm>
            <a:off x="2682130" y="1501375"/>
            <a:ext cx="1810800" cy="39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2" name="Google Shape;832;p18"/>
          <p:cNvSpPr txBox="1">
            <a:spLocks noGrp="1"/>
          </p:cNvSpPr>
          <p:nvPr>
            <p:ph type="subTitle" idx="4"/>
          </p:nvPr>
        </p:nvSpPr>
        <p:spPr>
          <a:xfrm>
            <a:off x="2682128" y="1900675"/>
            <a:ext cx="1810800" cy="58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3" name="Google Shape;833;p18"/>
          <p:cNvSpPr txBox="1">
            <a:spLocks noGrp="1"/>
          </p:cNvSpPr>
          <p:nvPr>
            <p:ph type="title" idx="5"/>
          </p:nvPr>
        </p:nvSpPr>
        <p:spPr>
          <a:xfrm>
            <a:off x="6620181" y="1501375"/>
            <a:ext cx="1810800" cy="39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4" name="Google Shape;834;p18"/>
          <p:cNvSpPr txBox="1">
            <a:spLocks noGrp="1"/>
          </p:cNvSpPr>
          <p:nvPr>
            <p:ph type="subTitle" idx="6"/>
          </p:nvPr>
        </p:nvSpPr>
        <p:spPr>
          <a:xfrm>
            <a:off x="6620181" y="1900675"/>
            <a:ext cx="1810800" cy="58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5" name="Google Shape;835;p18"/>
          <p:cNvSpPr txBox="1">
            <a:spLocks noGrp="1"/>
          </p:cNvSpPr>
          <p:nvPr>
            <p:ph type="title" idx="7"/>
          </p:nvPr>
        </p:nvSpPr>
        <p:spPr>
          <a:xfrm>
            <a:off x="4651157" y="1501375"/>
            <a:ext cx="1810800" cy="39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18"/>
          <p:cNvSpPr txBox="1">
            <a:spLocks noGrp="1"/>
          </p:cNvSpPr>
          <p:nvPr>
            <p:ph type="subTitle" idx="8"/>
          </p:nvPr>
        </p:nvSpPr>
        <p:spPr>
          <a:xfrm>
            <a:off x="4651154" y="1900675"/>
            <a:ext cx="1810800" cy="58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837"/>
        <p:cNvGrpSpPr/>
        <p:nvPr/>
      </p:nvGrpSpPr>
      <p:grpSpPr>
        <a:xfrm>
          <a:off x="0" y="0"/>
          <a:ext cx="0" cy="0"/>
          <a:chOff x="0" y="0"/>
          <a:chExt cx="0" cy="0"/>
        </a:xfrm>
      </p:grpSpPr>
      <p:sp>
        <p:nvSpPr>
          <p:cNvPr id="838" name="Google Shape;838;p19"/>
          <p:cNvSpPr txBox="1">
            <a:spLocks noGrp="1"/>
          </p:cNvSpPr>
          <p:nvPr>
            <p:ph type="title"/>
          </p:nvPr>
        </p:nvSpPr>
        <p:spPr>
          <a:xfrm>
            <a:off x="-54600" y="539850"/>
            <a:ext cx="9253200" cy="5826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9" name="Google Shape;839;p19"/>
          <p:cNvSpPr txBox="1">
            <a:spLocks noGrp="1"/>
          </p:cNvSpPr>
          <p:nvPr>
            <p:ph type="title" idx="2"/>
          </p:nvPr>
        </p:nvSpPr>
        <p:spPr>
          <a:xfrm>
            <a:off x="929150" y="16404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0" name="Google Shape;840;p19"/>
          <p:cNvSpPr txBox="1">
            <a:spLocks noGrp="1"/>
          </p:cNvSpPr>
          <p:nvPr>
            <p:ph type="subTitle" idx="1"/>
          </p:nvPr>
        </p:nvSpPr>
        <p:spPr>
          <a:xfrm>
            <a:off x="929150" y="2168138"/>
            <a:ext cx="20844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1" name="Google Shape;841;p19"/>
          <p:cNvSpPr txBox="1">
            <a:spLocks noGrp="1"/>
          </p:cNvSpPr>
          <p:nvPr>
            <p:ph type="title" idx="3"/>
          </p:nvPr>
        </p:nvSpPr>
        <p:spPr>
          <a:xfrm>
            <a:off x="3529802" y="16404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2" name="Google Shape;842;p19"/>
          <p:cNvSpPr txBox="1">
            <a:spLocks noGrp="1"/>
          </p:cNvSpPr>
          <p:nvPr>
            <p:ph type="subTitle" idx="4"/>
          </p:nvPr>
        </p:nvSpPr>
        <p:spPr>
          <a:xfrm>
            <a:off x="3529856" y="2168138"/>
            <a:ext cx="20844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3" name="Google Shape;843;p19"/>
          <p:cNvSpPr txBox="1">
            <a:spLocks noGrp="1"/>
          </p:cNvSpPr>
          <p:nvPr>
            <p:ph type="title" idx="5"/>
          </p:nvPr>
        </p:nvSpPr>
        <p:spPr>
          <a:xfrm>
            <a:off x="929150" y="30738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4" name="Google Shape;844;p19"/>
          <p:cNvSpPr txBox="1">
            <a:spLocks noGrp="1"/>
          </p:cNvSpPr>
          <p:nvPr>
            <p:ph type="subTitle" idx="6"/>
          </p:nvPr>
        </p:nvSpPr>
        <p:spPr>
          <a:xfrm>
            <a:off x="929150" y="3601538"/>
            <a:ext cx="208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5" name="Google Shape;845;p19"/>
          <p:cNvSpPr txBox="1">
            <a:spLocks noGrp="1"/>
          </p:cNvSpPr>
          <p:nvPr>
            <p:ph type="title" idx="7"/>
          </p:nvPr>
        </p:nvSpPr>
        <p:spPr>
          <a:xfrm>
            <a:off x="3529802" y="30738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6" name="Google Shape;846;p19"/>
          <p:cNvSpPr txBox="1">
            <a:spLocks noGrp="1"/>
          </p:cNvSpPr>
          <p:nvPr>
            <p:ph type="subTitle" idx="8"/>
          </p:nvPr>
        </p:nvSpPr>
        <p:spPr>
          <a:xfrm>
            <a:off x="3529802" y="3601538"/>
            <a:ext cx="208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7" name="Google Shape;847;p19"/>
          <p:cNvSpPr txBox="1">
            <a:spLocks noGrp="1"/>
          </p:cNvSpPr>
          <p:nvPr>
            <p:ph type="title" idx="9"/>
          </p:nvPr>
        </p:nvSpPr>
        <p:spPr>
          <a:xfrm>
            <a:off x="6130459" y="16404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8" name="Google Shape;848;p19"/>
          <p:cNvSpPr txBox="1">
            <a:spLocks noGrp="1"/>
          </p:cNvSpPr>
          <p:nvPr>
            <p:ph type="subTitle" idx="13"/>
          </p:nvPr>
        </p:nvSpPr>
        <p:spPr>
          <a:xfrm>
            <a:off x="6130458" y="2168138"/>
            <a:ext cx="20844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9" name="Google Shape;849;p19"/>
          <p:cNvSpPr txBox="1">
            <a:spLocks noGrp="1"/>
          </p:cNvSpPr>
          <p:nvPr>
            <p:ph type="title" idx="14"/>
          </p:nvPr>
        </p:nvSpPr>
        <p:spPr>
          <a:xfrm>
            <a:off x="6130459" y="3073838"/>
            <a:ext cx="2084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50" name="Google Shape;850;p19"/>
          <p:cNvSpPr txBox="1">
            <a:spLocks noGrp="1"/>
          </p:cNvSpPr>
          <p:nvPr>
            <p:ph type="subTitle" idx="15"/>
          </p:nvPr>
        </p:nvSpPr>
        <p:spPr>
          <a:xfrm>
            <a:off x="6130459" y="3601538"/>
            <a:ext cx="208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851" name="Google Shape;851;p19"/>
          <p:cNvGrpSpPr/>
          <p:nvPr/>
        </p:nvGrpSpPr>
        <p:grpSpPr>
          <a:xfrm>
            <a:off x="-72961" y="4604325"/>
            <a:ext cx="9291700" cy="580800"/>
            <a:chOff x="-72961" y="4604325"/>
            <a:chExt cx="9291700" cy="580800"/>
          </a:xfrm>
        </p:grpSpPr>
        <p:sp>
          <p:nvSpPr>
            <p:cNvPr id="852" name="Google Shape;852;p19"/>
            <p:cNvSpPr/>
            <p:nvPr/>
          </p:nvSpPr>
          <p:spPr>
            <a:xfrm>
              <a:off x="3992183"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9"/>
            <p:cNvSpPr/>
            <p:nvPr/>
          </p:nvSpPr>
          <p:spPr>
            <a:xfrm>
              <a:off x="4572899"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9"/>
            <p:cNvSpPr/>
            <p:nvPr/>
          </p:nvSpPr>
          <p:spPr>
            <a:xfrm>
              <a:off x="5153615"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9"/>
            <p:cNvSpPr/>
            <p:nvPr/>
          </p:nvSpPr>
          <p:spPr>
            <a:xfrm>
              <a:off x="5734331"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9"/>
            <p:cNvSpPr/>
            <p:nvPr/>
          </p:nvSpPr>
          <p:spPr>
            <a:xfrm>
              <a:off x="6315047"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9"/>
            <p:cNvSpPr/>
            <p:nvPr/>
          </p:nvSpPr>
          <p:spPr>
            <a:xfrm>
              <a:off x="6895764"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8" name="Google Shape;858;p19"/>
            <p:cNvGrpSpPr/>
            <p:nvPr/>
          </p:nvGrpSpPr>
          <p:grpSpPr>
            <a:xfrm>
              <a:off x="507883" y="4604325"/>
              <a:ext cx="3484280" cy="580713"/>
              <a:chOff x="0" y="0"/>
              <a:chExt cx="3983400" cy="663900"/>
            </a:xfrm>
          </p:grpSpPr>
          <p:sp>
            <p:nvSpPr>
              <p:cNvPr id="859" name="Google Shape;859;p19"/>
              <p:cNvSpPr/>
              <p:nvPr/>
            </p:nvSpPr>
            <p:spPr>
              <a:xfrm>
                <a:off x="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9"/>
              <p:cNvSpPr/>
              <p:nvPr/>
            </p:nvSpPr>
            <p:spPr>
              <a:xfrm>
                <a:off x="6639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9"/>
              <p:cNvSpPr/>
              <p:nvPr/>
            </p:nvSpPr>
            <p:spPr>
              <a:xfrm>
                <a:off x="13278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9"/>
              <p:cNvSpPr/>
              <p:nvPr/>
            </p:nvSpPr>
            <p:spPr>
              <a:xfrm>
                <a:off x="19917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9"/>
              <p:cNvSpPr/>
              <p:nvPr/>
            </p:nvSpPr>
            <p:spPr>
              <a:xfrm>
                <a:off x="26556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9"/>
              <p:cNvSpPr/>
              <p:nvPr/>
            </p:nvSpPr>
            <p:spPr>
              <a:xfrm>
                <a:off x="3319500" y="0"/>
                <a:ext cx="663900" cy="663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 name="Google Shape;865;p19"/>
            <p:cNvSpPr/>
            <p:nvPr/>
          </p:nvSpPr>
          <p:spPr>
            <a:xfrm>
              <a:off x="7476506"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9"/>
            <p:cNvSpPr/>
            <p:nvPr/>
          </p:nvSpPr>
          <p:spPr>
            <a:xfrm>
              <a:off x="8057222"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9"/>
            <p:cNvSpPr/>
            <p:nvPr/>
          </p:nvSpPr>
          <p:spPr>
            <a:xfrm>
              <a:off x="8637939"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9"/>
            <p:cNvSpPr/>
            <p:nvPr/>
          </p:nvSpPr>
          <p:spPr>
            <a:xfrm>
              <a:off x="-72961" y="4604325"/>
              <a:ext cx="580800" cy="5808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CUSTOM_12_1_1">
    <p:spTree>
      <p:nvGrpSpPr>
        <p:cNvPr id="1" name="Shape 901"/>
        <p:cNvGrpSpPr/>
        <p:nvPr/>
      </p:nvGrpSpPr>
      <p:grpSpPr>
        <a:xfrm>
          <a:off x="0" y="0"/>
          <a:ext cx="0" cy="0"/>
          <a:chOff x="0" y="0"/>
          <a:chExt cx="0" cy="0"/>
        </a:xfrm>
      </p:grpSpPr>
      <p:grpSp>
        <p:nvGrpSpPr>
          <p:cNvPr id="902" name="Google Shape;902;p22"/>
          <p:cNvGrpSpPr/>
          <p:nvPr/>
        </p:nvGrpSpPr>
        <p:grpSpPr>
          <a:xfrm>
            <a:off x="-74738" y="-41318"/>
            <a:ext cx="580811" cy="5226443"/>
            <a:chOff x="-74738" y="-41318"/>
            <a:chExt cx="580811" cy="5226443"/>
          </a:xfrm>
        </p:grpSpPr>
        <p:sp>
          <p:nvSpPr>
            <p:cNvPr id="903" name="Google Shape;903;p22"/>
            <p:cNvSpPr/>
            <p:nvPr/>
          </p:nvSpPr>
          <p:spPr>
            <a:xfrm>
              <a:off x="-74728"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2"/>
            <p:cNvSpPr/>
            <p:nvPr/>
          </p:nvSpPr>
          <p:spPr>
            <a:xfrm>
              <a:off x="-74738"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2"/>
            <p:cNvSpPr/>
            <p:nvPr/>
          </p:nvSpPr>
          <p:spPr>
            <a:xfrm>
              <a:off x="-74728"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2"/>
            <p:cNvSpPr/>
            <p:nvPr/>
          </p:nvSpPr>
          <p:spPr>
            <a:xfrm>
              <a:off x="-74728"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2"/>
            <p:cNvSpPr/>
            <p:nvPr/>
          </p:nvSpPr>
          <p:spPr>
            <a:xfrm>
              <a:off x="-74728"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2"/>
            <p:cNvSpPr/>
            <p:nvPr/>
          </p:nvSpPr>
          <p:spPr>
            <a:xfrm>
              <a:off x="-74728"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2"/>
            <p:cNvSpPr/>
            <p:nvPr/>
          </p:nvSpPr>
          <p:spPr>
            <a:xfrm>
              <a:off x="-74728"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2"/>
            <p:cNvSpPr/>
            <p:nvPr/>
          </p:nvSpPr>
          <p:spPr>
            <a:xfrm>
              <a:off x="-74728"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2"/>
            <p:cNvSpPr/>
            <p:nvPr/>
          </p:nvSpPr>
          <p:spPr>
            <a:xfrm>
              <a:off x="-74728"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22"/>
          <p:cNvGrpSpPr/>
          <p:nvPr/>
        </p:nvGrpSpPr>
        <p:grpSpPr>
          <a:xfrm>
            <a:off x="8637925" y="-41318"/>
            <a:ext cx="580813" cy="5226443"/>
            <a:chOff x="8637925" y="-41318"/>
            <a:chExt cx="580813" cy="5226443"/>
          </a:xfrm>
        </p:grpSpPr>
        <p:sp>
          <p:nvSpPr>
            <p:cNvPr id="913" name="Google Shape;913;p22"/>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2"/>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2"/>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2"/>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2"/>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2"/>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2"/>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2"/>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2"/>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2" name="Google Shape;922;p22"/>
          <p:cNvSpPr txBox="1">
            <a:spLocks noGrp="1"/>
          </p:cNvSpPr>
          <p:nvPr>
            <p:ph type="title"/>
          </p:nvPr>
        </p:nvSpPr>
        <p:spPr>
          <a:xfrm>
            <a:off x="-135900" y="539850"/>
            <a:ext cx="9415800" cy="5826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58"/>
        <p:cNvGrpSpPr/>
        <p:nvPr/>
      </p:nvGrpSpPr>
      <p:grpSpPr>
        <a:xfrm>
          <a:off x="0" y="0"/>
          <a:ext cx="0" cy="0"/>
          <a:chOff x="0" y="0"/>
          <a:chExt cx="0" cy="0"/>
        </a:xfrm>
      </p:grpSpPr>
      <p:grpSp>
        <p:nvGrpSpPr>
          <p:cNvPr id="1359" name="Google Shape;1359;p27"/>
          <p:cNvGrpSpPr/>
          <p:nvPr/>
        </p:nvGrpSpPr>
        <p:grpSpPr>
          <a:xfrm>
            <a:off x="-74738" y="-41318"/>
            <a:ext cx="580811" cy="5226443"/>
            <a:chOff x="-74738" y="-41318"/>
            <a:chExt cx="580811" cy="5226443"/>
          </a:xfrm>
        </p:grpSpPr>
        <p:sp>
          <p:nvSpPr>
            <p:cNvPr id="1360" name="Google Shape;1360;p27"/>
            <p:cNvSpPr/>
            <p:nvPr/>
          </p:nvSpPr>
          <p:spPr>
            <a:xfrm>
              <a:off x="-74728"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7"/>
            <p:cNvSpPr/>
            <p:nvPr/>
          </p:nvSpPr>
          <p:spPr>
            <a:xfrm>
              <a:off x="-74738"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7"/>
            <p:cNvSpPr/>
            <p:nvPr/>
          </p:nvSpPr>
          <p:spPr>
            <a:xfrm>
              <a:off x="-74728"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7"/>
            <p:cNvSpPr/>
            <p:nvPr/>
          </p:nvSpPr>
          <p:spPr>
            <a:xfrm>
              <a:off x="-74728"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74728"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74728"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74728"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74728"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74728"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a:off x="8637925" y="-41318"/>
            <a:ext cx="580813" cy="5226443"/>
            <a:chOff x="8637925" y="-41318"/>
            <a:chExt cx="580813" cy="5226443"/>
          </a:xfrm>
        </p:grpSpPr>
        <p:sp>
          <p:nvSpPr>
            <p:cNvPr id="1370" name="Google Shape;1370;p27"/>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7"/>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7"/>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79"/>
        <p:cNvGrpSpPr/>
        <p:nvPr/>
      </p:nvGrpSpPr>
      <p:grpSpPr>
        <a:xfrm>
          <a:off x="0" y="0"/>
          <a:ext cx="0" cy="0"/>
          <a:chOff x="0" y="0"/>
          <a:chExt cx="0" cy="0"/>
        </a:xfrm>
      </p:grpSpPr>
      <p:grpSp>
        <p:nvGrpSpPr>
          <p:cNvPr id="1380" name="Google Shape;1380;p28"/>
          <p:cNvGrpSpPr/>
          <p:nvPr/>
        </p:nvGrpSpPr>
        <p:grpSpPr>
          <a:xfrm>
            <a:off x="-75553" y="-41318"/>
            <a:ext cx="9294291" cy="5226443"/>
            <a:chOff x="-75553" y="-41318"/>
            <a:chExt cx="9294291" cy="5226443"/>
          </a:xfrm>
        </p:grpSpPr>
        <p:sp>
          <p:nvSpPr>
            <p:cNvPr id="1381" name="Google Shape;1381;p28"/>
            <p:cNvSpPr/>
            <p:nvPr/>
          </p:nvSpPr>
          <p:spPr>
            <a:xfrm>
              <a:off x="689567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747638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689566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747637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689567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747638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689567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747638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689567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747638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68956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74763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689567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747638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689567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747638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689567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747638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45720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51527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45720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51527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45720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51527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45720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51527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45720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51527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45720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51527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45720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51527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45720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51527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45720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51527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5" name="Google Shape;1435;p28"/>
            <p:cNvGrpSpPr/>
            <p:nvPr/>
          </p:nvGrpSpPr>
          <p:grpSpPr>
            <a:xfrm>
              <a:off x="5733562" y="-41318"/>
              <a:ext cx="1161527" cy="5226443"/>
              <a:chOff x="8057212" y="-41318"/>
              <a:chExt cx="1161527" cy="5226443"/>
            </a:xfrm>
          </p:grpSpPr>
          <p:sp>
            <p:nvSpPr>
              <p:cNvPr id="1436" name="Google Shape;1436;p28"/>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4" name="Google Shape;1454;p28"/>
            <p:cNvSpPr/>
            <p:nvPr/>
          </p:nvSpPr>
          <p:spPr>
            <a:xfrm>
              <a:off x="-75553"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75553"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75553"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75553"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75553"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75553" y="-410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75553" y="539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75553" y="11203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75553"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2">
  <p:cSld name="CUSTOM_9_1_1">
    <p:spTree>
      <p:nvGrpSpPr>
        <p:cNvPr id="1" name="Shape 1463"/>
        <p:cNvGrpSpPr/>
        <p:nvPr/>
      </p:nvGrpSpPr>
      <p:grpSpPr>
        <a:xfrm>
          <a:off x="0" y="0"/>
          <a:ext cx="0" cy="0"/>
          <a:chOff x="0" y="0"/>
          <a:chExt cx="0" cy="0"/>
        </a:xfrm>
      </p:grpSpPr>
      <p:grpSp>
        <p:nvGrpSpPr>
          <p:cNvPr id="1464" name="Google Shape;1464;p29"/>
          <p:cNvGrpSpPr/>
          <p:nvPr/>
        </p:nvGrpSpPr>
        <p:grpSpPr>
          <a:xfrm>
            <a:off x="-75553" y="-41318"/>
            <a:ext cx="9294291" cy="5226443"/>
            <a:chOff x="-75553" y="-41318"/>
            <a:chExt cx="9294291" cy="5226443"/>
          </a:xfrm>
        </p:grpSpPr>
        <p:sp>
          <p:nvSpPr>
            <p:cNvPr id="1465" name="Google Shape;1465;p29"/>
            <p:cNvSpPr/>
            <p:nvPr/>
          </p:nvSpPr>
          <p:spPr>
            <a:xfrm>
              <a:off x="689567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747638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689566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9"/>
            <p:cNvSpPr/>
            <p:nvPr/>
          </p:nvSpPr>
          <p:spPr>
            <a:xfrm>
              <a:off x="747637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9"/>
            <p:cNvSpPr/>
            <p:nvPr/>
          </p:nvSpPr>
          <p:spPr>
            <a:xfrm>
              <a:off x="689567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747638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689567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9"/>
            <p:cNvSpPr/>
            <p:nvPr/>
          </p:nvSpPr>
          <p:spPr>
            <a:xfrm>
              <a:off x="747638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9"/>
            <p:cNvSpPr/>
            <p:nvPr/>
          </p:nvSpPr>
          <p:spPr>
            <a:xfrm>
              <a:off x="689567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9"/>
            <p:cNvSpPr/>
            <p:nvPr/>
          </p:nvSpPr>
          <p:spPr>
            <a:xfrm>
              <a:off x="747638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8956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74763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689567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9"/>
            <p:cNvSpPr/>
            <p:nvPr/>
          </p:nvSpPr>
          <p:spPr>
            <a:xfrm>
              <a:off x="747638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9"/>
            <p:cNvSpPr/>
            <p:nvPr/>
          </p:nvSpPr>
          <p:spPr>
            <a:xfrm>
              <a:off x="689567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9"/>
            <p:cNvSpPr/>
            <p:nvPr/>
          </p:nvSpPr>
          <p:spPr>
            <a:xfrm>
              <a:off x="747638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9"/>
            <p:cNvSpPr/>
            <p:nvPr/>
          </p:nvSpPr>
          <p:spPr>
            <a:xfrm>
              <a:off x="689567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9"/>
            <p:cNvSpPr/>
            <p:nvPr/>
          </p:nvSpPr>
          <p:spPr>
            <a:xfrm>
              <a:off x="747638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9"/>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9"/>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9"/>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9"/>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9"/>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9"/>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9"/>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9"/>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9"/>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9"/>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9"/>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9"/>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29"/>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9"/>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9"/>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9"/>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9"/>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9"/>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9"/>
            <p:cNvSpPr/>
            <p:nvPr/>
          </p:nvSpPr>
          <p:spPr>
            <a:xfrm>
              <a:off x="45720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9"/>
            <p:cNvSpPr/>
            <p:nvPr/>
          </p:nvSpPr>
          <p:spPr>
            <a:xfrm>
              <a:off x="51527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9"/>
            <p:cNvSpPr/>
            <p:nvPr/>
          </p:nvSpPr>
          <p:spPr>
            <a:xfrm>
              <a:off x="45720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9"/>
            <p:cNvSpPr/>
            <p:nvPr/>
          </p:nvSpPr>
          <p:spPr>
            <a:xfrm>
              <a:off x="51527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9"/>
            <p:cNvSpPr/>
            <p:nvPr/>
          </p:nvSpPr>
          <p:spPr>
            <a:xfrm>
              <a:off x="45720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9"/>
            <p:cNvSpPr/>
            <p:nvPr/>
          </p:nvSpPr>
          <p:spPr>
            <a:xfrm>
              <a:off x="3990639"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p:cNvSpPr/>
            <p:nvPr/>
          </p:nvSpPr>
          <p:spPr>
            <a:xfrm>
              <a:off x="45720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p:cNvSpPr/>
            <p:nvPr/>
          </p:nvSpPr>
          <p:spPr>
            <a:xfrm>
              <a:off x="51527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p:cNvSpPr/>
            <p:nvPr/>
          </p:nvSpPr>
          <p:spPr>
            <a:xfrm>
              <a:off x="45720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p:cNvSpPr/>
            <p:nvPr/>
          </p:nvSpPr>
          <p:spPr>
            <a:xfrm>
              <a:off x="51527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p:cNvSpPr/>
            <p:nvPr/>
          </p:nvSpPr>
          <p:spPr>
            <a:xfrm>
              <a:off x="51527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p:cNvSpPr/>
            <p:nvPr/>
          </p:nvSpPr>
          <p:spPr>
            <a:xfrm>
              <a:off x="45720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p:cNvSpPr/>
            <p:nvPr/>
          </p:nvSpPr>
          <p:spPr>
            <a:xfrm>
              <a:off x="51527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29"/>
            <p:cNvSpPr/>
            <p:nvPr/>
          </p:nvSpPr>
          <p:spPr>
            <a:xfrm>
              <a:off x="45720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29"/>
            <p:cNvSpPr/>
            <p:nvPr/>
          </p:nvSpPr>
          <p:spPr>
            <a:xfrm>
              <a:off x="51527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9"/>
            <p:cNvSpPr/>
            <p:nvPr/>
          </p:nvSpPr>
          <p:spPr>
            <a:xfrm>
              <a:off x="45720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p:cNvSpPr/>
            <p:nvPr/>
          </p:nvSpPr>
          <p:spPr>
            <a:xfrm>
              <a:off x="51527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p:cNvSpPr/>
            <p:nvPr/>
          </p:nvSpPr>
          <p:spPr>
            <a:xfrm>
              <a:off x="45720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51527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p:cNvSpPr/>
            <p:nvPr/>
          </p:nvSpPr>
          <p:spPr>
            <a:xfrm>
              <a:off x="573357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p:cNvSpPr/>
            <p:nvPr/>
          </p:nvSpPr>
          <p:spPr>
            <a:xfrm>
              <a:off x="631428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573356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631427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p:cNvSpPr/>
            <p:nvPr/>
          </p:nvSpPr>
          <p:spPr>
            <a:xfrm>
              <a:off x="573357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p:cNvSpPr/>
            <p:nvPr/>
          </p:nvSpPr>
          <p:spPr>
            <a:xfrm>
              <a:off x="631428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p:cNvSpPr/>
            <p:nvPr/>
          </p:nvSpPr>
          <p:spPr>
            <a:xfrm>
              <a:off x="573357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631428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573357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631428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57335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63142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573357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631428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573357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631428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573357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631428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34099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39906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a:off x="10862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a:off x="166698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a:off x="28288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a:off x="2248097"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9"/>
            <p:cNvSpPr/>
            <p:nvPr/>
          </p:nvSpPr>
          <p:spPr>
            <a:xfrm>
              <a:off x="50517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9"/>
            <p:cNvSpPr/>
            <p:nvPr/>
          </p:nvSpPr>
          <p:spPr>
            <a:xfrm>
              <a:off x="-75553"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p:cNvSpPr/>
            <p:nvPr/>
          </p:nvSpPr>
          <p:spPr>
            <a:xfrm>
              <a:off x="3409922"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p:cNvSpPr/>
            <p:nvPr/>
          </p:nvSpPr>
          <p:spPr>
            <a:xfrm>
              <a:off x="3990639"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p:cNvSpPr/>
            <p:nvPr/>
          </p:nvSpPr>
          <p:spPr>
            <a:xfrm>
              <a:off x="1086272"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1666989"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2828822"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2248097"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a:off x="505172"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a:off x="-75553" y="28622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p:cNvSpPr/>
            <p:nvPr/>
          </p:nvSpPr>
          <p:spPr>
            <a:xfrm>
              <a:off x="3409922"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p:cNvSpPr/>
            <p:nvPr/>
          </p:nvSpPr>
          <p:spPr>
            <a:xfrm>
              <a:off x="3990639"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1086272"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1666989"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2828822"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2248097"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505172"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p:cNvSpPr/>
            <p:nvPr/>
          </p:nvSpPr>
          <p:spPr>
            <a:xfrm>
              <a:off x="-75553" y="34429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p:cNvSpPr/>
            <p:nvPr/>
          </p:nvSpPr>
          <p:spPr>
            <a:xfrm>
              <a:off x="3409922"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p:cNvSpPr/>
            <p:nvPr/>
          </p:nvSpPr>
          <p:spPr>
            <a:xfrm>
              <a:off x="3990639"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p:cNvSpPr/>
            <p:nvPr/>
          </p:nvSpPr>
          <p:spPr>
            <a:xfrm>
              <a:off x="1086272"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p:cNvSpPr/>
            <p:nvPr/>
          </p:nvSpPr>
          <p:spPr>
            <a:xfrm>
              <a:off x="1666989"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p:cNvSpPr/>
            <p:nvPr/>
          </p:nvSpPr>
          <p:spPr>
            <a:xfrm>
              <a:off x="2828822"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p:cNvSpPr/>
            <p:nvPr/>
          </p:nvSpPr>
          <p:spPr>
            <a:xfrm>
              <a:off x="2248097"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p:cNvSpPr/>
            <p:nvPr/>
          </p:nvSpPr>
          <p:spPr>
            <a:xfrm>
              <a:off x="505172"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p:cNvSpPr/>
            <p:nvPr/>
          </p:nvSpPr>
          <p:spPr>
            <a:xfrm>
              <a:off x="-75553" y="4023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p:cNvSpPr/>
            <p:nvPr/>
          </p:nvSpPr>
          <p:spPr>
            <a:xfrm>
              <a:off x="3409922"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p:cNvSpPr/>
            <p:nvPr/>
          </p:nvSpPr>
          <p:spPr>
            <a:xfrm>
              <a:off x="3990639"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p:cNvSpPr/>
            <p:nvPr/>
          </p:nvSpPr>
          <p:spPr>
            <a:xfrm>
              <a:off x="1086272"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p:cNvSpPr/>
            <p:nvPr/>
          </p:nvSpPr>
          <p:spPr>
            <a:xfrm>
              <a:off x="1666989"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p:cNvSpPr/>
            <p:nvPr/>
          </p:nvSpPr>
          <p:spPr>
            <a:xfrm>
              <a:off x="2828822"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p:cNvSpPr/>
            <p:nvPr/>
          </p:nvSpPr>
          <p:spPr>
            <a:xfrm>
              <a:off x="2248097"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p:cNvSpPr/>
            <p:nvPr/>
          </p:nvSpPr>
          <p:spPr>
            <a:xfrm>
              <a:off x="505172"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p:cNvSpPr/>
            <p:nvPr/>
          </p:nvSpPr>
          <p:spPr>
            <a:xfrm>
              <a:off x="-75553" y="4604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p:cNvSpPr/>
            <p:nvPr/>
          </p:nvSpPr>
          <p:spPr>
            <a:xfrm>
              <a:off x="-75553" y="-410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p:cNvSpPr/>
            <p:nvPr/>
          </p:nvSpPr>
          <p:spPr>
            <a:xfrm>
              <a:off x="-75553" y="5396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p:cNvSpPr/>
            <p:nvPr/>
          </p:nvSpPr>
          <p:spPr>
            <a:xfrm>
              <a:off x="-75553" y="11203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p:cNvSpPr/>
            <p:nvPr/>
          </p:nvSpPr>
          <p:spPr>
            <a:xfrm>
              <a:off x="-75553"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p:cNvSpPr/>
            <p:nvPr/>
          </p:nvSpPr>
          <p:spPr>
            <a:xfrm>
              <a:off x="3409922"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p:cNvSpPr/>
            <p:nvPr/>
          </p:nvSpPr>
          <p:spPr>
            <a:xfrm>
              <a:off x="3990639"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p:cNvSpPr/>
            <p:nvPr/>
          </p:nvSpPr>
          <p:spPr>
            <a:xfrm>
              <a:off x="1086272"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p:cNvSpPr/>
            <p:nvPr/>
          </p:nvSpPr>
          <p:spPr>
            <a:xfrm>
              <a:off x="1666989"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p:cNvSpPr/>
            <p:nvPr/>
          </p:nvSpPr>
          <p:spPr>
            <a:xfrm>
              <a:off x="2828822"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9"/>
            <p:cNvSpPr/>
            <p:nvPr/>
          </p:nvSpPr>
          <p:spPr>
            <a:xfrm>
              <a:off x="2248097"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9"/>
            <p:cNvSpPr/>
            <p:nvPr/>
          </p:nvSpPr>
          <p:spPr>
            <a:xfrm>
              <a:off x="505172" y="-4089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9"/>
            <p:cNvSpPr/>
            <p:nvPr/>
          </p:nvSpPr>
          <p:spPr>
            <a:xfrm>
              <a:off x="3409922"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9"/>
            <p:cNvSpPr/>
            <p:nvPr/>
          </p:nvSpPr>
          <p:spPr>
            <a:xfrm>
              <a:off x="3990639"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9"/>
            <p:cNvSpPr/>
            <p:nvPr/>
          </p:nvSpPr>
          <p:spPr>
            <a:xfrm>
              <a:off x="1086272"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9"/>
            <p:cNvSpPr/>
            <p:nvPr/>
          </p:nvSpPr>
          <p:spPr>
            <a:xfrm>
              <a:off x="1666989"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9"/>
            <p:cNvSpPr/>
            <p:nvPr/>
          </p:nvSpPr>
          <p:spPr>
            <a:xfrm>
              <a:off x="2828822"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9"/>
            <p:cNvSpPr/>
            <p:nvPr/>
          </p:nvSpPr>
          <p:spPr>
            <a:xfrm>
              <a:off x="2248097"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9"/>
            <p:cNvSpPr/>
            <p:nvPr/>
          </p:nvSpPr>
          <p:spPr>
            <a:xfrm>
              <a:off x="505172" y="5394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9"/>
            <p:cNvSpPr/>
            <p:nvPr/>
          </p:nvSpPr>
          <p:spPr>
            <a:xfrm>
              <a:off x="3409922"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9"/>
            <p:cNvSpPr/>
            <p:nvPr/>
          </p:nvSpPr>
          <p:spPr>
            <a:xfrm>
              <a:off x="3990639"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9"/>
            <p:cNvSpPr/>
            <p:nvPr/>
          </p:nvSpPr>
          <p:spPr>
            <a:xfrm>
              <a:off x="1086272"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9"/>
            <p:cNvSpPr/>
            <p:nvPr/>
          </p:nvSpPr>
          <p:spPr>
            <a:xfrm>
              <a:off x="1666989"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9"/>
            <p:cNvSpPr/>
            <p:nvPr/>
          </p:nvSpPr>
          <p:spPr>
            <a:xfrm>
              <a:off x="2828822"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9"/>
            <p:cNvSpPr/>
            <p:nvPr/>
          </p:nvSpPr>
          <p:spPr>
            <a:xfrm>
              <a:off x="2248097"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9"/>
            <p:cNvSpPr/>
            <p:nvPr/>
          </p:nvSpPr>
          <p:spPr>
            <a:xfrm>
              <a:off x="505172" y="11201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9"/>
            <p:cNvSpPr/>
            <p:nvPr/>
          </p:nvSpPr>
          <p:spPr>
            <a:xfrm>
              <a:off x="3409922"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9"/>
            <p:cNvSpPr/>
            <p:nvPr/>
          </p:nvSpPr>
          <p:spPr>
            <a:xfrm>
              <a:off x="1086272"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9"/>
            <p:cNvSpPr/>
            <p:nvPr/>
          </p:nvSpPr>
          <p:spPr>
            <a:xfrm>
              <a:off x="1666989"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9"/>
            <p:cNvSpPr/>
            <p:nvPr/>
          </p:nvSpPr>
          <p:spPr>
            <a:xfrm>
              <a:off x="2828822"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9"/>
            <p:cNvSpPr/>
            <p:nvPr/>
          </p:nvSpPr>
          <p:spPr>
            <a:xfrm>
              <a:off x="2248097"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9"/>
            <p:cNvSpPr/>
            <p:nvPr/>
          </p:nvSpPr>
          <p:spPr>
            <a:xfrm>
              <a:off x="505172" y="17008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ctr" anchorCtr="0">
            <a:noAutofit/>
          </a:bodyPr>
          <a:lstStyle>
            <a:lvl1pPr marL="457200" lvl="0" indent="-330200">
              <a:lnSpc>
                <a:spcPct val="115000"/>
              </a:lnSpc>
              <a:spcBef>
                <a:spcPts val="0"/>
              </a:spcBef>
              <a:spcAft>
                <a:spcPts val="0"/>
              </a:spcAft>
              <a:buClr>
                <a:schemeClr val="dk1"/>
              </a:buClr>
              <a:buSzPts val="1600"/>
              <a:buFont typeface="Dosis"/>
              <a:buChar char="●"/>
              <a:defRPr sz="1600">
                <a:solidFill>
                  <a:schemeClr val="dk1"/>
                </a:solidFill>
                <a:latin typeface="Dosis"/>
                <a:ea typeface="Dosis"/>
                <a:cs typeface="Dosis"/>
                <a:sym typeface="Dosis"/>
              </a:defRPr>
            </a:lvl1pPr>
            <a:lvl2pPr marL="914400" lvl="1"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2pPr>
            <a:lvl3pPr marL="1371600" lvl="2"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3pPr>
            <a:lvl4pPr marL="1828800" lvl="3"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4pPr>
            <a:lvl5pPr marL="2286000" lvl="4"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5pPr>
            <a:lvl6pPr marL="2743200" lvl="5"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6pPr>
            <a:lvl7pPr marL="3200400" lvl="6"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7pPr>
            <a:lvl8pPr marL="3657600" lvl="7" indent="-330200">
              <a:lnSpc>
                <a:spcPct val="115000"/>
              </a:lnSpc>
              <a:spcBef>
                <a:spcPts val="1600"/>
              </a:spcBef>
              <a:spcAft>
                <a:spcPts val="0"/>
              </a:spcAft>
              <a:buClr>
                <a:schemeClr val="dk1"/>
              </a:buClr>
              <a:buSzPts val="1600"/>
              <a:buFont typeface="Dosis"/>
              <a:buChar char="○"/>
              <a:defRPr sz="1600">
                <a:solidFill>
                  <a:schemeClr val="dk1"/>
                </a:solidFill>
                <a:latin typeface="Dosis"/>
                <a:ea typeface="Dosis"/>
                <a:cs typeface="Dosis"/>
                <a:sym typeface="Dosis"/>
              </a:defRPr>
            </a:lvl8pPr>
            <a:lvl9pPr marL="4114800" lvl="8" indent="-330200">
              <a:lnSpc>
                <a:spcPct val="115000"/>
              </a:lnSpc>
              <a:spcBef>
                <a:spcPts val="1600"/>
              </a:spcBef>
              <a:spcAft>
                <a:spcPts val="1600"/>
              </a:spcAft>
              <a:buClr>
                <a:schemeClr val="dk1"/>
              </a:buClr>
              <a:buSzPts val="1600"/>
              <a:buFont typeface="Dosis"/>
              <a:buChar char="■"/>
              <a:defRPr sz="1600">
                <a:solidFill>
                  <a:schemeClr val="dk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5" r:id="rId5"/>
    <p:sldLayoutId id="2147483658" r:id="rId6"/>
    <p:sldLayoutId id="2147483659" r:id="rId7"/>
    <p:sldLayoutId id="2147483660" r:id="rId8"/>
    <p:sldLayoutId id="2147483662" r:id="rId9"/>
    <p:sldLayoutId id="2147483663" r:id="rId10"/>
    <p:sldLayoutId id="2147483664" r:id="rId11"/>
    <p:sldLayoutId id="2147483665" r:id="rId12"/>
    <p:sldLayoutId id="2147483668" r:id="rId13"/>
    <p:sldLayoutId id="2147483673" r:id="rId14"/>
    <p:sldLayoutId id="2147483674" r:id="rId15"/>
    <p:sldLayoutId id="2147483675"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2.xml" /><Relationship Id="rId1" Type="http://schemas.openxmlformats.org/officeDocument/2006/relationships/slideLayout" Target="../slideLayouts/slideLayout5.xml" /></Relationships>
</file>

<file path=ppt/slides/_rels/slide3.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4.xml" /><Relationship Id="rId1" Type="http://schemas.openxmlformats.org/officeDocument/2006/relationships/slideLayout" Target="../slideLayouts/slideLayout8.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5.jpg" /><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2.xml" /></Relationships>
</file>

<file path=ppt/slides/_rels/slide9.xml.rels><?xml version="1.0" encoding="UTF-8" standalone="yes"?>
<Relationships xmlns="http://schemas.openxmlformats.org/package/2006/relationships"><Relationship Id="rId3" Type="http://schemas.openxmlformats.org/officeDocument/2006/relationships/image" Target="../media/image6.jpg" /><Relationship Id="rId2" Type="http://schemas.openxmlformats.org/officeDocument/2006/relationships/notesSlide" Target="../notesSlides/notesSlide9.xml" /><Relationship Id="rId1" Type="http://schemas.openxmlformats.org/officeDocument/2006/relationships/slideLayout" Target="../slideLayouts/slideLayout10.xml" /></Relationships>
</file>

<file path=ppt/slides/_rels/slide10.xml.rels><?xml version="1.0" encoding="UTF-8" standalone="yes"?>
<Relationships xmlns="http://schemas.openxmlformats.org/package/2006/relationships"><Relationship Id="rId3" Type="http://schemas.openxmlformats.org/officeDocument/2006/relationships/image" Target="../media/image7.jpg" /><Relationship Id="rId2" Type="http://schemas.openxmlformats.org/officeDocument/2006/relationships/notesSlide" Target="../notesSlides/notesSlide10.xml" /><Relationship Id="rId1" Type="http://schemas.openxmlformats.org/officeDocument/2006/relationships/slideLayout" Target="../slideLayouts/slideLayout1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4.xml" /></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 TargetMode="External" /><Relationship Id="rId2" Type="http://schemas.openxmlformats.org/officeDocument/2006/relationships/notesSlide" Target="../notesSlides/notesSlide12.xml" /><Relationship Id="rId1" Type="http://schemas.openxmlformats.org/officeDocument/2006/relationships/slideLayout" Target="../slideLayouts/slideLayout9.xml" /><Relationship Id="rId4" Type="http://schemas.openxmlformats.org/officeDocument/2006/relationships/hyperlink" Target="https://www.pinterest.com/" TargetMode="Externa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1616"/>
        <p:cNvGrpSpPr/>
        <p:nvPr/>
      </p:nvGrpSpPr>
      <p:grpSpPr>
        <a:xfrm>
          <a:off x="0" y="0"/>
          <a:ext cx="0" cy="0"/>
          <a:chOff x="0" y="0"/>
          <a:chExt cx="0" cy="0"/>
        </a:xfrm>
      </p:grpSpPr>
      <p:sp>
        <p:nvSpPr>
          <p:cNvPr id="1617" name="Google Shape;1617;p32"/>
          <p:cNvSpPr txBox="1">
            <a:spLocks noGrp="1"/>
          </p:cNvSpPr>
          <p:nvPr>
            <p:ph type="ctrTitle"/>
          </p:nvPr>
        </p:nvSpPr>
        <p:spPr>
          <a:xfrm>
            <a:off x="749625" y="1118575"/>
            <a:ext cx="4059900" cy="292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solidFill>
                  <a:schemeClr val="dk1"/>
                </a:solidFill>
                <a:latin typeface="Eras Demi ITC" panose="020B0805030504020804" pitchFamily="34" charset="0"/>
              </a:rPr>
              <a:t>The </a:t>
            </a:r>
            <a:r>
              <a:rPr lang="en-US" sz="7200" dirty="0">
                <a:solidFill>
                  <a:srgbClr val="455923"/>
                </a:solidFill>
                <a:latin typeface="Eras Demi ITC" panose="020B0805030504020804" pitchFamily="34" charset="0"/>
              </a:rPr>
              <a:t>Garden</a:t>
            </a:r>
            <a:r>
              <a:rPr lang="en-US" sz="7200" dirty="0">
                <a:solidFill>
                  <a:schemeClr val="dk1"/>
                </a:solidFill>
                <a:latin typeface="Eras Demi ITC" panose="020B0805030504020804" pitchFamily="34" charset="0"/>
              </a:rPr>
              <a:t> Shed</a:t>
            </a:r>
            <a:endParaRPr sz="7200" dirty="0">
              <a:solidFill>
                <a:schemeClr val="dk1"/>
              </a:solidFill>
              <a:latin typeface="Eras Demi ITC" panose="020B0805030504020804" pitchFamily="34" charset="0"/>
            </a:endParaRPr>
          </a:p>
        </p:txBody>
      </p:sp>
      <p:sp>
        <p:nvSpPr>
          <p:cNvPr id="1619" name="Google Shape;1619;p32"/>
          <p:cNvSpPr txBox="1">
            <a:spLocks noGrp="1"/>
          </p:cNvSpPr>
          <p:nvPr>
            <p:ph type="subTitle" idx="1"/>
          </p:nvPr>
        </p:nvSpPr>
        <p:spPr>
          <a:xfrm>
            <a:off x="749625" y="4024725"/>
            <a:ext cx="4059900" cy="57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Landscaping services</a:t>
            </a:r>
            <a:endParaRPr dirty="0"/>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10" y="814222"/>
            <a:ext cx="3514740" cy="35147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47"/>
        <p:cNvGrpSpPr/>
        <p:nvPr/>
      </p:nvGrpSpPr>
      <p:grpSpPr>
        <a:xfrm>
          <a:off x="0" y="0"/>
          <a:ext cx="0" cy="0"/>
          <a:chOff x="0" y="0"/>
          <a:chExt cx="0" cy="0"/>
        </a:xfrm>
      </p:grpSpPr>
      <p:sp>
        <p:nvSpPr>
          <p:cNvPr id="1648" name="Google Shape;1648;p35"/>
          <p:cNvSpPr txBox="1">
            <a:spLocks noGrp="1"/>
          </p:cNvSpPr>
          <p:nvPr>
            <p:ph type="title"/>
          </p:nvPr>
        </p:nvSpPr>
        <p:spPr>
          <a:xfrm>
            <a:off x="1084275" y="539400"/>
            <a:ext cx="6975600" cy="580800"/>
          </a:xfrm>
          <a:prstGeom prst="rect">
            <a:avLst/>
          </a:prstGeom>
        </p:spPr>
        <p:txBody>
          <a:bodyPr spcFirstLastPara="1" wrap="square" lIns="91425" tIns="91425" rIns="91425" bIns="91425" anchor="ctr" anchorCtr="0">
            <a:noAutofit/>
          </a:bodyPr>
          <a:lstStyle/>
          <a:p>
            <a:pPr lvl="0"/>
            <a:r>
              <a:rPr lang="en-US" sz="3600" dirty="0">
                <a:solidFill>
                  <a:srgbClr val="357718"/>
                </a:solidFill>
                <a:latin typeface="Eras Demi ITC" panose="020B0805030504020804" pitchFamily="34" charset="0"/>
              </a:rPr>
              <a:t>General idea of landscaping:</a:t>
            </a:r>
            <a:endParaRPr sz="3600" dirty="0">
              <a:solidFill>
                <a:srgbClr val="357718"/>
              </a:solidFill>
              <a:latin typeface="Eras Demi ITC" panose="020B0805030504020804" pitchFamily="34" charset="0"/>
            </a:endParaRPr>
          </a:p>
        </p:txBody>
      </p:sp>
      <p:sp>
        <p:nvSpPr>
          <p:cNvPr id="1649" name="Google Shape;1649;p35"/>
          <p:cNvSpPr txBox="1">
            <a:spLocks noGrp="1"/>
          </p:cNvSpPr>
          <p:nvPr>
            <p:ph type="subTitle" idx="1"/>
          </p:nvPr>
        </p:nvSpPr>
        <p:spPr>
          <a:xfrm>
            <a:off x="1386195" y="1120200"/>
            <a:ext cx="6371759" cy="1176600"/>
          </a:xfrm>
          <a:prstGeom prst="rect">
            <a:avLst/>
          </a:prstGeom>
        </p:spPr>
        <p:txBody>
          <a:bodyPr spcFirstLastPara="1" wrap="square" lIns="91425" tIns="91425" rIns="91425" bIns="91425" anchor="ctr" anchorCtr="0">
            <a:noAutofit/>
          </a:bodyPr>
          <a:lstStyle/>
          <a:p>
            <a:pPr marL="0" lvl="0" indent="0"/>
            <a:r>
              <a:rPr lang="en-US" sz="1600" dirty="0">
                <a:latin typeface="Eras Demi ITC" panose="020B0805030504020804" pitchFamily="34" charset="0"/>
              </a:rPr>
              <a:t>Garden design is the art of arranging and coordinating natural elements and green views to create beautiful and functional outdoor spaces. The design and coordination of gardens aims to create a comfortable and attractive environment that combines natural beauty with people's needs.</a:t>
            </a:r>
            <a:endParaRPr sz="1600" dirty="0">
              <a:latin typeface="Eras Demi ITC" panose="020B0805030504020804" pitchFamily="34" charset="0"/>
            </a:endParaRPr>
          </a:p>
        </p:txBody>
      </p:sp>
      <p:pic>
        <p:nvPicPr>
          <p:cNvPr id="1650" name="Google Shape;1650;p35"/>
          <p:cNvPicPr preferRelativeResize="0"/>
          <p:nvPr/>
        </p:nvPicPr>
        <p:blipFill rotWithShape="1">
          <a:blip r:embed="rId3">
            <a:alphaModFix/>
          </a:blip>
          <a:srcRect l="2061" t="44747" r="2033" b="24462"/>
          <a:stretch/>
        </p:blipFill>
        <p:spPr>
          <a:xfrm>
            <a:off x="507850" y="2862200"/>
            <a:ext cx="8130099" cy="17422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Google Shape;1630;p34"/>
          <p:cNvSpPr txBox="1">
            <a:spLocks noGrp="1"/>
          </p:cNvSpPr>
          <p:nvPr>
            <p:ph type="title" idx="2"/>
          </p:nvPr>
        </p:nvSpPr>
        <p:spPr>
          <a:xfrm>
            <a:off x="936761" y="1346263"/>
            <a:ext cx="543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01</a:t>
            </a:r>
            <a:endParaRPr sz="2400" dirty="0"/>
          </a:p>
        </p:txBody>
      </p:sp>
      <p:sp>
        <p:nvSpPr>
          <p:cNvPr id="1631" name="Google Shape;1631;p34"/>
          <p:cNvSpPr txBox="1">
            <a:spLocks noGrp="1"/>
          </p:cNvSpPr>
          <p:nvPr>
            <p:ph type="title" idx="4"/>
          </p:nvPr>
        </p:nvSpPr>
        <p:spPr>
          <a:xfrm>
            <a:off x="3912682" y="1346263"/>
            <a:ext cx="543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02</a:t>
            </a:r>
            <a:endParaRPr sz="2400" dirty="0"/>
          </a:p>
        </p:txBody>
      </p:sp>
      <p:sp>
        <p:nvSpPr>
          <p:cNvPr id="1632" name="Google Shape;1632;p34"/>
          <p:cNvSpPr txBox="1">
            <a:spLocks noGrp="1"/>
          </p:cNvSpPr>
          <p:nvPr>
            <p:ph type="title" idx="7"/>
          </p:nvPr>
        </p:nvSpPr>
        <p:spPr>
          <a:xfrm>
            <a:off x="936761" y="2983091"/>
            <a:ext cx="543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03</a:t>
            </a:r>
            <a:endParaRPr sz="2400" dirty="0"/>
          </a:p>
        </p:txBody>
      </p:sp>
      <p:sp>
        <p:nvSpPr>
          <p:cNvPr id="1633" name="Google Shape;1633;p34"/>
          <p:cNvSpPr txBox="1">
            <a:spLocks noGrp="1"/>
          </p:cNvSpPr>
          <p:nvPr>
            <p:ph type="title" idx="13"/>
          </p:nvPr>
        </p:nvSpPr>
        <p:spPr>
          <a:xfrm>
            <a:off x="3910923" y="2983091"/>
            <a:ext cx="543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04</a:t>
            </a:r>
            <a:endParaRPr sz="2400" dirty="0"/>
          </a:p>
        </p:txBody>
      </p:sp>
      <p:sp>
        <p:nvSpPr>
          <p:cNvPr id="1636" name="Google Shape;1636;p34"/>
          <p:cNvSpPr txBox="1">
            <a:spLocks noGrp="1"/>
          </p:cNvSpPr>
          <p:nvPr>
            <p:ph type="subTitle" idx="8"/>
          </p:nvPr>
        </p:nvSpPr>
        <p:spPr>
          <a:xfrm>
            <a:off x="0" y="3991961"/>
            <a:ext cx="2602529" cy="543600"/>
          </a:xfrm>
          <a:prstGeom prst="rect">
            <a:avLst/>
          </a:prstGeom>
        </p:spPr>
        <p:txBody>
          <a:bodyPr spcFirstLastPara="1" wrap="square" lIns="91425" tIns="91425" rIns="91425" bIns="91425" anchor="ctr" anchorCtr="0">
            <a:noAutofit/>
          </a:bodyPr>
          <a:lstStyle/>
          <a:p>
            <a:pPr marL="0" lvl="0" indent="0"/>
            <a:r>
              <a:rPr lang="en-US" sz="1400" dirty="0">
                <a:latin typeface="Eras Demi ITC" panose="020B0805030504020804" pitchFamily="34" charset="0"/>
              </a:rPr>
              <a:t>Providing valuable information and articles for landscaping solutions and caring for them</a:t>
            </a:r>
            <a:endParaRPr sz="1400" dirty="0">
              <a:latin typeface="Eras Demi ITC" panose="020B0805030504020804" pitchFamily="34" charset="0"/>
            </a:endParaRPr>
          </a:p>
        </p:txBody>
      </p:sp>
      <p:sp>
        <p:nvSpPr>
          <p:cNvPr id="1638" name="Google Shape;1638;p34"/>
          <p:cNvSpPr txBox="1">
            <a:spLocks noGrp="1"/>
          </p:cNvSpPr>
          <p:nvPr>
            <p:ph type="subTitle" idx="14"/>
          </p:nvPr>
        </p:nvSpPr>
        <p:spPr>
          <a:xfrm>
            <a:off x="2693815" y="3925053"/>
            <a:ext cx="2977816" cy="543600"/>
          </a:xfrm>
          <a:prstGeom prst="rect">
            <a:avLst/>
          </a:prstGeom>
        </p:spPr>
        <p:txBody>
          <a:bodyPr spcFirstLastPara="1" wrap="square" lIns="91425" tIns="91425" rIns="91425" bIns="91425" anchor="ctr" anchorCtr="0">
            <a:noAutofit/>
          </a:bodyPr>
          <a:lstStyle/>
          <a:p>
            <a:pPr marL="0" lvl="0" indent="0"/>
            <a:r>
              <a:rPr lang="en-US" sz="1200" dirty="0">
                <a:latin typeface="Eras Demi ITC" panose="020B0805030504020804" pitchFamily="34" charset="0"/>
              </a:rPr>
              <a:t>Facilitate communication with the company by providing communication information and a consultation booking form</a:t>
            </a:r>
            <a:endParaRPr sz="1200" dirty="0">
              <a:latin typeface="Eras Demi ITC" panose="020B0805030504020804" pitchFamily="34" charset="0"/>
            </a:endParaRPr>
          </a:p>
        </p:txBody>
      </p:sp>
      <p:sp>
        <p:nvSpPr>
          <p:cNvPr id="1639" name="Google Shape;1639;p34"/>
          <p:cNvSpPr txBox="1">
            <a:spLocks noGrp="1"/>
          </p:cNvSpPr>
          <p:nvPr>
            <p:ph type="subTitle" idx="1"/>
          </p:nvPr>
        </p:nvSpPr>
        <p:spPr>
          <a:xfrm>
            <a:off x="196061" y="2150240"/>
            <a:ext cx="2025000" cy="543600"/>
          </a:xfrm>
          <a:prstGeom prst="rect">
            <a:avLst/>
          </a:prstGeom>
        </p:spPr>
        <p:txBody>
          <a:bodyPr spcFirstLastPara="1" wrap="square" lIns="91425" tIns="91425" rIns="91425" bIns="91425" anchor="ctr" anchorCtr="0">
            <a:noAutofit/>
          </a:bodyPr>
          <a:lstStyle/>
          <a:p>
            <a:pPr marL="0" lvl="0" indent="0"/>
            <a:r>
              <a:rPr lang="en-US" dirty="0">
                <a:latin typeface="Eras Demi ITC" panose="020B0805030504020804" pitchFamily="34" charset="0"/>
              </a:rPr>
              <a:t>View the diverse services offered by the company</a:t>
            </a:r>
            <a:endParaRPr dirty="0">
              <a:latin typeface="Eras Demi ITC" panose="020B0805030504020804" pitchFamily="34" charset="0"/>
            </a:endParaRPr>
          </a:p>
        </p:txBody>
      </p:sp>
      <p:sp>
        <p:nvSpPr>
          <p:cNvPr id="1641" name="Google Shape;1641;p34"/>
          <p:cNvSpPr txBox="1">
            <a:spLocks noGrp="1"/>
          </p:cNvSpPr>
          <p:nvPr>
            <p:ph type="subTitle" idx="5"/>
          </p:nvPr>
        </p:nvSpPr>
        <p:spPr>
          <a:xfrm>
            <a:off x="3170223" y="2134032"/>
            <a:ext cx="2025000" cy="543600"/>
          </a:xfrm>
          <a:prstGeom prst="rect">
            <a:avLst/>
          </a:prstGeom>
        </p:spPr>
        <p:txBody>
          <a:bodyPr spcFirstLastPara="1" wrap="square" lIns="91425" tIns="91425" rIns="91425" bIns="91425" anchor="ctr" anchorCtr="0">
            <a:noAutofit/>
          </a:bodyPr>
          <a:lstStyle/>
          <a:p>
            <a:pPr marL="0" lvl="0" indent="0"/>
            <a:r>
              <a:rPr lang="en-US" sz="1400" dirty="0">
                <a:latin typeface="Eras Demi ITC" panose="020B0805030504020804" pitchFamily="34" charset="0"/>
              </a:rPr>
              <a:t>View previous projects implemented for former clients</a:t>
            </a:r>
            <a:endParaRPr sz="1400" dirty="0">
              <a:latin typeface="Eras Demi ITC" panose="020B0805030504020804" pitchFamily="34" charset="0"/>
            </a:endParaRPr>
          </a:p>
        </p:txBody>
      </p:sp>
      <p:sp>
        <p:nvSpPr>
          <p:cNvPr id="1642" name="Google Shape;1642;p34"/>
          <p:cNvSpPr txBox="1">
            <a:spLocks noGrp="1"/>
          </p:cNvSpPr>
          <p:nvPr>
            <p:ph type="title" idx="15"/>
          </p:nvPr>
        </p:nvSpPr>
        <p:spPr>
          <a:xfrm>
            <a:off x="507850" y="539400"/>
            <a:ext cx="5226300" cy="5817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cs typeface="Courier New" panose="02070309020205020404" pitchFamily="49" charset="0"/>
              </a:rPr>
              <a:t>Objectives:</a:t>
            </a:r>
            <a:endParaRPr dirty="0">
              <a:latin typeface="Eras Demi ITC" panose="020B0805030504020804" pitchFamily="34" charset="0"/>
              <a:cs typeface="Courier New" panose="02070309020205020404" pitchFamily="49" charset="0"/>
            </a:endParaRPr>
          </a:p>
        </p:txBody>
      </p:sp>
      <p:pic>
        <p:nvPicPr>
          <p:cNvPr id="1643" name="Google Shape;1643;p34"/>
          <p:cNvPicPr preferRelativeResize="0"/>
          <p:nvPr/>
        </p:nvPicPr>
        <p:blipFill rotWithShape="1">
          <a:blip r:embed="rId3">
            <a:alphaModFix/>
          </a:blip>
          <a:srcRect l="5165" t="3719" r="63224" b="13437"/>
          <a:stretch/>
        </p:blipFill>
        <p:spPr>
          <a:xfrm>
            <a:off x="6314925" y="539850"/>
            <a:ext cx="2323000" cy="40636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4"/>
        <p:cNvGrpSpPr/>
        <p:nvPr/>
      </p:nvGrpSpPr>
      <p:grpSpPr>
        <a:xfrm>
          <a:off x="0" y="0"/>
          <a:ext cx="0" cy="0"/>
          <a:chOff x="0" y="0"/>
          <a:chExt cx="0" cy="0"/>
        </a:xfrm>
      </p:grpSpPr>
      <p:pic>
        <p:nvPicPr>
          <p:cNvPr id="1655" name="Google Shape;1655;p36"/>
          <p:cNvPicPr preferRelativeResize="0"/>
          <p:nvPr/>
        </p:nvPicPr>
        <p:blipFill rotWithShape="1">
          <a:blip r:embed="rId3">
            <a:alphaModFix/>
          </a:blip>
          <a:srcRect l="39040" t="36912" r="-13874"/>
          <a:stretch/>
        </p:blipFill>
        <p:spPr>
          <a:xfrm>
            <a:off x="0" y="0"/>
            <a:ext cx="9144005" cy="5143500"/>
          </a:xfrm>
          <a:prstGeom prst="rect">
            <a:avLst/>
          </a:prstGeom>
          <a:noFill/>
          <a:ln>
            <a:noFill/>
          </a:ln>
        </p:spPr>
      </p:pic>
      <p:sp>
        <p:nvSpPr>
          <p:cNvPr id="1656" name="Google Shape;1656;p36"/>
          <p:cNvSpPr txBox="1">
            <a:spLocks noGrp="1"/>
          </p:cNvSpPr>
          <p:nvPr>
            <p:ph type="title"/>
          </p:nvPr>
        </p:nvSpPr>
        <p:spPr>
          <a:xfrm>
            <a:off x="3762664" y="1813424"/>
            <a:ext cx="5025300" cy="48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1"/>
                </a:solidFill>
                <a:latin typeface="Eras Demi ITC" panose="020B0805030504020804" pitchFamily="34" charset="0"/>
              </a:rPr>
              <a:t>Home </a:t>
            </a:r>
            <a:r>
              <a:rPr lang="en" dirty="0">
                <a:solidFill>
                  <a:schemeClr val="bg1">
                    <a:lumMod val="10000"/>
                  </a:schemeClr>
                </a:solidFill>
                <a:latin typeface="Eras Demi ITC" panose="020B0805030504020804" pitchFamily="34" charset="0"/>
              </a:rPr>
              <a:t>page</a:t>
            </a:r>
            <a:endParaRPr dirty="0">
              <a:solidFill>
                <a:schemeClr val="bg1">
                  <a:lumMod val="10000"/>
                </a:schemeClr>
              </a:solidFill>
              <a:latin typeface="Eras Demi ITC" panose="020B0805030504020804" pitchFamily="34" charset="0"/>
            </a:endParaRPr>
          </a:p>
        </p:txBody>
      </p:sp>
      <p:sp>
        <p:nvSpPr>
          <p:cNvPr id="1657" name="Google Shape;1657;p36"/>
          <p:cNvSpPr txBox="1">
            <a:spLocks noGrp="1"/>
          </p:cNvSpPr>
          <p:nvPr>
            <p:ph type="subTitle" idx="1"/>
          </p:nvPr>
        </p:nvSpPr>
        <p:spPr>
          <a:xfrm>
            <a:off x="3762664" y="2925825"/>
            <a:ext cx="5025300" cy="1478400"/>
          </a:xfrm>
          <a:prstGeom prst="rect">
            <a:avLst/>
          </a:prstGeom>
        </p:spPr>
        <p:txBody>
          <a:bodyPr spcFirstLastPara="1" wrap="square" lIns="91425" tIns="91425" rIns="91425" bIns="91425" anchor="ctr" anchorCtr="0">
            <a:noAutofit/>
          </a:bodyPr>
          <a:lstStyle/>
          <a:p>
            <a:pPr marL="0" lvl="0" indent="0" algn="l"/>
            <a:r>
              <a:rPr lang="en-US" sz="1800" dirty="0">
                <a:latin typeface="Eras Demi ITC" panose="020B0805030504020804" pitchFamily="34" charset="0"/>
              </a:rPr>
              <a:t>The home page represents the first impression because it is the first communication that happens between the visitor and the company online. The first visitor is an important preliminary impression, and the home page may be the decisive factor to motivate the visitor to explore more content and stay on site.</a:t>
            </a:r>
            <a:endParaRPr sz="1800" dirty="0">
              <a:latin typeface="Eras Demi ITC" panose="020B08050305040208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46"/>
          <p:cNvSpPr txBox="1">
            <a:spLocks noGrp="1"/>
          </p:cNvSpPr>
          <p:nvPr>
            <p:ph type="title"/>
          </p:nvPr>
        </p:nvSpPr>
        <p:spPr>
          <a:xfrm>
            <a:off x="-106163" y="530426"/>
            <a:ext cx="9415800" cy="582600"/>
          </a:xfrm>
          <a:prstGeom prst="rect">
            <a:avLst/>
          </a:prstGeom>
        </p:spPr>
        <p:txBody>
          <a:bodyPr spcFirstLastPara="1" wrap="square" lIns="91425" tIns="91425" rIns="91425" bIns="91425" anchor="ctr" anchorCtr="0">
            <a:noAutofit/>
          </a:bodyPr>
          <a:lstStyle/>
          <a:p>
            <a:pPr lvl="0"/>
            <a:r>
              <a:rPr lang="en-US" dirty="0">
                <a:solidFill>
                  <a:schemeClr val="bg1">
                    <a:lumMod val="10000"/>
                  </a:schemeClr>
                </a:solidFill>
                <a:latin typeface="Eras Demi ITC" panose="020B0805030504020804" pitchFamily="34" charset="0"/>
              </a:rPr>
              <a:t>Page</a:t>
            </a:r>
            <a:r>
              <a:rPr lang="en-US" dirty="0">
                <a:solidFill>
                  <a:schemeClr val="accent1"/>
                </a:solidFill>
                <a:latin typeface="Eras Demi ITC" panose="020B0805030504020804" pitchFamily="34" charset="0"/>
              </a:rPr>
              <a:t> Contact Us:</a:t>
            </a:r>
            <a:endParaRPr dirty="0">
              <a:latin typeface="Eras Demi ITC" panose="020B0805030504020804" pitchFamily="34" charset="0"/>
            </a:endParaRPr>
          </a:p>
        </p:txBody>
      </p:sp>
      <p:sp>
        <p:nvSpPr>
          <p:cNvPr id="1919" name="Google Shape;1919;p46"/>
          <p:cNvSpPr txBox="1"/>
          <p:nvPr/>
        </p:nvSpPr>
        <p:spPr>
          <a:xfrm>
            <a:off x="1290106" y="1929596"/>
            <a:ext cx="6236686" cy="2040238"/>
          </a:xfrm>
          <a:prstGeom prst="rect">
            <a:avLst/>
          </a:prstGeom>
          <a:noFill/>
          <a:ln>
            <a:noFill/>
          </a:ln>
        </p:spPr>
        <p:txBody>
          <a:bodyPr spcFirstLastPara="1" wrap="square" lIns="91425" tIns="91425" rIns="91425" bIns="91425" anchor="ctr" anchorCtr="0">
            <a:noAutofit/>
          </a:bodyPr>
          <a:lstStyle/>
          <a:p>
            <a:pPr lvl="0"/>
            <a:r>
              <a:rPr lang="en-US" sz="2800" dirty="0">
                <a:solidFill>
                  <a:schemeClr val="dk1"/>
                </a:solidFill>
                <a:latin typeface="Eras Demi ITC" panose="020B0805030504020804" pitchFamily="34" charset="0"/>
                <a:ea typeface="Dosis"/>
                <a:cs typeface="Dosis"/>
                <a:sym typeface="Dosis"/>
              </a:rPr>
              <a:t>The Contact Us page is one of the most important pages that promotes communication and meets customers' needs and allows them to express their needs and requirements and improve their experience</a:t>
            </a:r>
            <a:endParaRPr sz="2800" dirty="0">
              <a:solidFill>
                <a:schemeClr val="dk1"/>
              </a:solidFill>
              <a:latin typeface="Eras Demi ITC" panose="020B0805030504020804" pitchFamily="34" charset="0"/>
              <a:ea typeface="Dosis"/>
              <a:cs typeface="Dosis"/>
              <a:sym typeface="Dosi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1623"/>
        <p:cNvGrpSpPr/>
        <p:nvPr/>
      </p:nvGrpSpPr>
      <p:grpSpPr>
        <a:xfrm>
          <a:off x="0" y="0"/>
          <a:ext cx="0" cy="0"/>
          <a:chOff x="0" y="0"/>
          <a:chExt cx="0" cy="0"/>
        </a:xfrm>
      </p:grpSpPr>
      <p:sp>
        <p:nvSpPr>
          <p:cNvPr id="1624" name="Google Shape;1624;p33"/>
          <p:cNvSpPr txBox="1">
            <a:spLocks noGrp="1"/>
          </p:cNvSpPr>
          <p:nvPr>
            <p:ph type="body" idx="1"/>
          </p:nvPr>
        </p:nvSpPr>
        <p:spPr>
          <a:xfrm>
            <a:off x="720000" y="1316905"/>
            <a:ext cx="6801000" cy="3416400"/>
          </a:xfrm>
          <a:prstGeom prst="rect">
            <a:avLst/>
          </a:prstGeom>
        </p:spPr>
        <p:txBody>
          <a:bodyPr spcFirstLastPara="1" wrap="square" lIns="91425" tIns="91425" rIns="91425" bIns="91425" anchor="ctr" anchorCtr="0">
            <a:noAutofit/>
          </a:bodyPr>
          <a:lstStyle/>
          <a:p>
            <a:pPr marL="0" lvl="0" indent="0">
              <a:buNone/>
            </a:pPr>
            <a:r>
              <a:rPr lang="en-US" sz="2800" dirty="0">
                <a:latin typeface="Eras Demi ITC" panose="020B0805030504020804" pitchFamily="34" charset="0"/>
              </a:rPr>
              <a:t>consisting of a comprehensive list of services provided by the company in the field of garden design. Divide services into categories such as: front and rear garden design, floral and floral coordination, irrigation and lighting system design, and decorative elements coordination.</a:t>
            </a:r>
            <a:endParaRPr sz="2800" dirty="0">
              <a:solidFill>
                <a:schemeClr val="dk1"/>
              </a:solidFill>
              <a:latin typeface="Eras Demi ITC" panose="020B0805030504020804" pitchFamily="34" charset="0"/>
            </a:endParaRPr>
          </a:p>
        </p:txBody>
      </p:sp>
      <p:sp>
        <p:nvSpPr>
          <p:cNvPr id="1625" name="Google Shape;1625;p33"/>
          <p:cNvSpPr txBox="1">
            <a:spLocks noGrp="1"/>
          </p:cNvSpPr>
          <p:nvPr>
            <p:ph type="title"/>
          </p:nvPr>
        </p:nvSpPr>
        <p:spPr>
          <a:xfrm>
            <a:off x="-106950" y="539400"/>
            <a:ext cx="9357900" cy="5805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rPr>
              <a:t>Services page: </a:t>
            </a:r>
            <a:endParaRPr dirty="0">
              <a:latin typeface="Eras Demi ITC" panose="020B08050305040208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38"/>
          <p:cNvSpPr txBox="1">
            <a:spLocks noGrp="1"/>
          </p:cNvSpPr>
          <p:nvPr>
            <p:ph type="title"/>
          </p:nvPr>
        </p:nvSpPr>
        <p:spPr>
          <a:xfrm>
            <a:off x="-126450" y="539400"/>
            <a:ext cx="9396900" cy="5829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rPr>
              <a:t> About us Page </a:t>
            </a:r>
            <a:endParaRPr dirty="0">
              <a:latin typeface="Eras Demi ITC" panose="020B0805030504020804" pitchFamily="34" charset="0"/>
            </a:endParaRPr>
          </a:p>
        </p:txBody>
      </p:sp>
      <p:sp>
        <p:nvSpPr>
          <p:cNvPr id="1697" name="Google Shape;1697;p38"/>
          <p:cNvSpPr txBox="1">
            <a:spLocks noGrp="1"/>
          </p:cNvSpPr>
          <p:nvPr>
            <p:ph type="subTitle" idx="4"/>
          </p:nvPr>
        </p:nvSpPr>
        <p:spPr>
          <a:xfrm>
            <a:off x="682590" y="2596563"/>
            <a:ext cx="4381187" cy="537600"/>
          </a:xfrm>
          <a:prstGeom prst="rect">
            <a:avLst/>
          </a:prstGeom>
        </p:spPr>
        <p:txBody>
          <a:bodyPr spcFirstLastPara="1" wrap="square" lIns="91425" tIns="91425" rIns="91425" bIns="91425" anchor="ctr" anchorCtr="0">
            <a:noAutofit/>
          </a:bodyPr>
          <a:lstStyle/>
          <a:p>
            <a:pPr marL="0" lvl="0" indent="0"/>
            <a:r>
              <a:rPr lang="en-US" dirty="0">
                <a:latin typeface="Eras Demi ITC" panose="020B0805030504020804" pitchFamily="34" charset="0"/>
              </a:rPr>
              <a:t>This page is very important in all sites and is a definition of the site and project or company where I spoke about the company in a simple profile and then I talked about the mission of the company and what is its objectives and last talked about the founder and owner of this company and the new partners and the CEO</a:t>
            </a:r>
            <a:endParaRPr dirty="0">
              <a:latin typeface="Eras Demi ITC" panose="020B0805030504020804" pitchFamily="34" charset="0"/>
            </a:endParaRPr>
          </a:p>
        </p:txBody>
      </p:sp>
      <p:pic>
        <p:nvPicPr>
          <p:cNvPr id="1698" name="Google Shape;1698;p38"/>
          <p:cNvPicPr preferRelativeResize="0"/>
          <p:nvPr/>
        </p:nvPicPr>
        <p:blipFill rotWithShape="1">
          <a:blip r:embed="rId3">
            <a:alphaModFix/>
          </a:blip>
          <a:srcRect l="21974" t="10119" r="21968" b="34005"/>
          <a:stretch/>
        </p:blipFill>
        <p:spPr>
          <a:xfrm>
            <a:off x="5153800" y="1707125"/>
            <a:ext cx="3484298" cy="231647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9" name="Google Shape;2099;p52"/>
          <p:cNvSpPr txBox="1">
            <a:spLocks noGrp="1"/>
          </p:cNvSpPr>
          <p:nvPr>
            <p:ph type="title"/>
          </p:nvPr>
        </p:nvSpPr>
        <p:spPr>
          <a:xfrm>
            <a:off x="-54600" y="539850"/>
            <a:ext cx="9253200" cy="5826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rPr>
              <a:t>Warranty Policy Page</a:t>
            </a:r>
            <a:endParaRPr dirty="0">
              <a:latin typeface="Eras Demi ITC" panose="020B0805030504020804" pitchFamily="34" charset="0"/>
            </a:endParaRPr>
          </a:p>
        </p:txBody>
      </p:sp>
      <p:sp>
        <p:nvSpPr>
          <p:cNvPr id="2101" name="Google Shape;2101;p52"/>
          <p:cNvSpPr txBox="1">
            <a:spLocks noGrp="1"/>
          </p:cNvSpPr>
          <p:nvPr>
            <p:ph type="subTitle" idx="1"/>
          </p:nvPr>
        </p:nvSpPr>
        <p:spPr>
          <a:xfrm>
            <a:off x="884663" y="1226635"/>
            <a:ext cx="7270595" cy="2914185"/>
          </a:xfrm>
          <a:prstGeom prst="rect">
            <a:avLst/>
          </a:prstGeom>
        </p:spPr>
        <p:txBody>
          <a:bodyPr spcFirstLastPara="1" wrap="square" lIns="91425" tIns="91425" rIns="91425" bIns="91425" anchor="ctr" anchorCtr="0">
            <a:noAutofit/>
          </a:bodyPr>
          <a:lstStyle/>
          <a:p>
            <a:pPr marL="0" lvl="0" indent="0"/>
            <a:r>
              <a:rPr lang="en-US" sz="2000" dirty="0">
                <a:latin typeface="Eras Demi ITC" panose="020B0805030504020804" pitchFamily="34" charset="0"/>
              </a:rPr>
              <a:t>This page aims to clarify the guarantees and maintenance of work. It is one of the rights of the customer. It clarifies the terms and policy of warranty and maintenance at several policy points. The time of receipt and approval of maintenance request and the implementation of the policy is very important in safeguarding the right of the customer and the company</a:t>
            </a:r>
            <a:endParaRPr sz="2000" dirty="0">
              <a:latin typeface="Eras Demi ITC" panose="020B08050305040208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grpSp>
        <p:nvGrpSpPr>
          <p:cNvPr id="1662" name="Google Shape;1662;p37"/>
          <p:cNvGrpSpPr/>
          <p:nvPr/>
        </p:nvGrpSpPr>
        <p:grpSpPr>
          <a:xfrm>
            <a:off x="-74738" y="-41318"/>
            <a:ext cx="1161527" cy="5226443"/>
            <a:chOff x="8057212" y="-41318"/>
            <a:chExt cx="1161527" cy="5226443"/>
          </a:xfrm>
        </p:grpSpPr>
        <p:sp>
          <p:nvSpPr>
            <p:cNvPr id="1663" name="Google Shape;1663;p37"/>
            <p:cNvSpPr/>
            <p:nvPr/>
          </p:nvSpPr>
          <p:spPr>
            <a:xfrm>
              <a:off x="8057222"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7"/>
            <p:cNvSpPr/>
            <p:nvPr/>
          </p:nvSpPr>
          <p:spPr>
            <a:xfrm>
              <a:off x="8637939" y="460432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7"/>
            <p:cNvSpPr/>
            <p:nvPr/>
          </p:nvSpPr>
          <p:spPr>
            <a:xfrm>
              <a:off x="8057212"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7"/>
            <p:cNvSpPr/>
            <p:nvPr/>
          </p:nvSpPr>
          <p:spPr>
            <a:xfrm>
              <a:off x="8637925" y="-41318"/>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7"/>
            <p:cNvSpPr/>
            <p:nvPr/>
          </p:nvSpPr>
          <p:spPr>
            <a:xfrm>
              <a:off x="8057222"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7"/>
            <p:cNvSpPr/>
            <p:nvPr/>
          </p:nvSpPr>
          <p:spPr>
            <a:xfrm>
              <a:off x="8637939" y="539400"/>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7"/>
            <p:cNvSpPr/>
            <p:nvPr/>
          </p:nvSpPr>
          <p:spPr>
            <a:xfrm>
              <a:off x="8057222"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7"/>
            <p:cNvSpPr/>
            <p:nvPr/>
          </p:nvSpPr>
          <p:spPr>
            <a:xfrm>
              <a:off x="8637939" y="1120101"/>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7"/>
            <p:cNvSpPr/>
            <p:nvPr/>
          </p:nvSpPr>
          <p:spPr>
            <a:xfrm>
              <a:off x="8057222"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7"/>
            <p:cNvSpPr/>
            <p:nvPr/>
          </p:nvSpPr>
          <p:spPr>
            <a:xfrm>
              <a:off x="8637939" y="1700802"/>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7"/>
            <p:cNvSpPr/>
            <p:nvPr/>
          </p:nvSpPr>
          <p:spPr>
            <a:xfrm>
              <a:off x="8057222"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7"/>
            <p:cNvSpPr/>
            <p:nvPr/>
          </p:nvSpPr>
          <p:spPr>
            <a:xfrm>
              <a:off x="8637939" y="2281503"/>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7"/>
            <p:cNvSpPr/>
            <p:nvPr/>
          </p:nvSpPr>
          <p:spPr>
            <a:xfrm>
              <a:off x="8057222"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7"/>
            <p:cNvSpPr/>
            <p:nvPr/>
          </p:nvSpPr>
          <p:spPr>
            <a:xfrm>
              <a:off x="8637939" y="2862205"/>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7"/>
            <p:cNvSpPr/>
            <p:nvPr/>
          </p:nvSpPr>
          <p:spPr>
            <a:xfrm>
              <a:off x="8057222"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7"/>
            <p:cNvSpPr/>
            <p:nvPr/>
          </p:nvSpPr>
          <p:spPr>
            <a:xfrm>
              <a:off x="8637939" y="3442906"/>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7"/>
            <p:cNvSpPr/>
            <p:nvPr/>
          </p:nvSpPr>
          <p:spPr>
            <a:xfrm>
              <a:off x="8057222"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7"/>
            <p:cNvSpPr/>
            <p:nvPr/>
          </p:nvSpPr>
          <p:spPr>
            <a:xfrm>
              <a:off x="8637939" y="4023607"/>
              <a:ext cx="580800" cy="580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81" name="Google Shape;1681;p37"/>
          <p:cNvPicPr preferRelativeResize="0"/>
          <p:nvPr/>
        </p:nvPicPr>
        <p:blipFill rotWithShape="1">
          <a:blip r:embed="rId3">
            <a:alphaModFix/>
          </a:blip>
          <a:srcRect t="3547" b="75005"/>
          <a:stretch/>
        </p:blipFill>
        <p:spPr>
          <a:xfrm>
            <a:off x="507875" y="1699213"/>
            <a:ext cx="8130074" cy="1160451"/>
          </a:xfrm>
          <a:prstGeom prst="rect">
            <a:avLst/>
          </a:prstGeom>
          <a:noFill/>
          <a:ln w="9525" cap="flat" cmpd="sng">
            <a:solidFill>
              <a:schemeClr val="dk2"/>
            </a:solidFill>
            <a:prstDash val="solid"/>
            <a:round/>
            <a:headEnd type="none" w="sm" len="sm"/>
            <a:tailEnd type="none" w="sm" len="sm"/>
          </a:ln>
        </p:spPr>
      </p:pic>
      <p:sp>
        <p:nvSpPr>
          <p:cNvPr id="1682" name="Google Shape;1682;p37"/>
          <p:cNvSpPr txBox="1">
            <a:spLocks noGrp="1"/>
          </p:cNvSpPr>
          <p:nvPr>
            <p:ph type="title"/>
          </p:nvPr>
        </p:nvSpPr>
        <p:spPr>
          <a:xfrm>
            <a:off x="-131892" y="539400"/>
            <a:ext cx="9390300" cy="582900"/>
          </a:xfrm>
          <a:prstGeom prst="rect">
            <a:avLst/>
          </a:prstGeom>
        </p:spPr>
        <p:txBody>
          <a:bodyPr spcFirstLastPara="1" wrap="square" lIns="91425" tIns="91425" rIns="91425" bIns="91425" anchor="ctr" anchorCtr="0">
            <a:noAutofit/>
          </a:bodyPr>
          <a:lstStyle/>
          <a:p>
            <a:pPr lvl="0"/>
            <a:r>
              <a:rPr lang="en-US" sz="3200" dirty="0">
                <a:latin typeface="Eras Demi ITC" panose="020B0805030504020804" pitchFamily="34" charset="0"/>
              </a:rPr>
              <a:t>Tips to keep your garden healthy</a:t>
            </a:r>
            <a:endParaRPr sz="3200" dirty="0">
              <a:solidFill>
                <a:schemeClr val="dk1"/>
              </a:solidFill>
              <a:latin typeface="Eras Demi ITC" panose="020B0805030504020804" pitchFamily="34" charset="0"/>
            </a:endParaRPr>
          </a:p>
        </p:txBody>
      </p:sp>
      <p:sp>
        <p:nvSpPr>
          <p:cNvPr id="1684" name="Google Shape;1684;p37"/>
          <p:cNvSpPr txBox="1">
            <a:spLocks noGrp="1"/>
          </p:cNvSpPr>
          <p:nvPr>
            <p:ph type="subTitle" idx="1"/>
          </p:nvPr>
        </p:nvSpPr>
        <p:spPr>
          <a:xfrm>
            <a:off x="2008633" y="3548107"/>
            <a:ext cx="5990507" cy="765900"/>
          </a:xfrm>
          <a:prstGeom prst="rect">
            <a:avLst/>
          </a:prstGeom>
        </p:spPr>
        <p:txBody>
          <a:bodyPr spcFirstLastPara="1" wrap="square" lIns="91425" tIns="91425" rIns="91425" bIns="91425" anchor="ctr" anchorCtr="0">
            <a:noAutofit/>
          </a:bodyPr>
          <a:lstStyle/>
          <a:p>
            <a:pPr marL="0" lvl="0" indent="0"/>
            <a:r>
              <a:rPr lang="en-US" dirty="0">
                <a:latin typeface="Eras Demi ITC" panose="020B0805030504020804" pitchFamily="34" charset="0"/>
              </a:rPr>
              <a:t>This page talks about how to make your garden healthy and how to take care of it in the right way, so there are some tips for how to take care of your garden and plants and flowers and choose the right tools for your beautiful garden as well as some simple and affecting ways to keep your garden in the best condition.</a:t>
            </a:r>
            <a:endParaRPr dirty="0">
              <a:latin typeface="Eras Demi ITC" panose="020B08050305040208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8"/>
        <p:cNvGrpSpPr/>
        <p:nvPr/>
      </p:nvGrpSpPr>
      <p:grpSpPr>
        <a:xfrm>
          <a:off x="0" y="0"/>
          <a:ext cx="0" cy="0"/>
          <a:chOff x="0" y="0"/>
          <a:chExt cx="0" cy="0"/>
        </a:xfrm>
      </p:grpSpPr>
      <p:sp>
        <p:nvSpPr>
          <p:cNvPr id="1709" name="Google Shape;1709;p39"/>
          <p:cNvSpPr txBox="1">
            <a:spLocks noGrp="1"/>
          </p:cNvSpPr>
          <p:nvPr>
            <p:ph type="title"/>
          </p:nvPr>
        </p:nvSpPr>
        <p:spPr>
          <a:xfrm>
            <a:off x="-124050" y="539850"/>
            <a:ext cx="9392100" cy="5826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rPr>
              <a:t>Garden </a:t>
            </a:r>
            <a:r>
              <a:rPr lang="en-US" dirty="0">
                <a:solidFill>
                  <a:schemeClr val="bg1">
                    <a:lumMod val="10000"/>
                  </a:schemeClr>
                </a:solidFill>
                <a:latin typeface="Eras Demi ITC" panose="020B0805030504020804" pitchFamily="34" charset="0"/>
              </a:rPr>
              <a:t>design ideas</a:t>
            </a:r>
            <a:endParaRPr dirty="0">
              <a:solidFill>
                <a:schemeClr val="bg1">
                  <a:lumMod val="10000"/>
                </a:schemeClr>
              </a:solidFill>
              <a:latin typeface="Eras Demi ITC" panose="020B0805030504020804" pitchFamily="34" charset="0"/>
            </a:endParaRPr>
          </a:p>
        </p:txBody>
      </p:sp>
      <p:sp>
        <p:nvSpPr>
          <p:cNvPr id="1712" name="Google Shape;1712;p39"/>
          <p:cNvSpPr txBox="1">
            <a:spLocks noGrp="1"/>
          </p:cNvSpPr>
          <p:nvPr>
            <p:ph type="subTitle" idx="1"/>
          </p:nvPr>
        </p:nvSpPr>
        <p:spPr>
          <a:xfrm>
            <a:off x="1824794" y="1701025"/>
            <a:ext cx="5494411" cy="582600"/>
          </a:xfrm>
          <a:prstGeom prst="rect">
            <a:avLst/>
          </a:prstGeom>
        </p:spPr>
        <p:txBody>
          <a:bodyPr spcFirstLastPara="1" wrap="square" lIns="91425" tIns="91425" rIns="91425" bIns="91425" anchor="ctr" anchorCtr="0">
            <a:noAutofit/>
          </a:bodyPr>
          <a:lstStyle/>
          <a:p>
            <a:pPr marL="0" lvl="0" indent="0"/>
            <a:r>
              <a:rPr lang="en-US" dirty="0">
                <a:latin typeface="Eras Demi ITC" panose="020B0805030504020804" pitchFamily="34" charset="0"/>
              </a:rPr>
              <a:t>This page helps you to know the types of gardens and look at some of their images so that inspiration comes to you in thinking about how you want your garden to be so there are some models of some ideas that you may  like and choose to apply to your garden</a:t>
            </a:r>
            <a:endParaRPr dirty="0">
              <a:latin typeface="Eras Demi ITC" panose="020B0805030504020804" pitchFamily="34" charset="0"/>
            </a:endParaRPr>
          </a:p>
        </p:txBody>
      </p:sp>
      <p:pic>
        <p:nvPicPr>
          <p:cNvPr id="1718" name="Google Shape;1718;p39"/>
          <p:cNvPicPr preferRelativeResize="0"/>
          <p:nvPr/>
        </p:nvPicPr>
        <p:blipFill rotWithShape="1">
          <a:blip r:embed="rId3">
            <a:alphaModFix/>
          </a:blip>
          <a:srcRect t="7533" b="54398"/>
          <a:stretch/>
        </p:blipFill>
        <p:spPr>
          <a:xfrm>
            <a:off x="507875" y="2862200"/>
            <a:ext cx="8129172" cy="17422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40"/>
          <p:cNvSpPr txBox="1">
            <a:spLocks noGrp="1"/>
          </p:cNvSpPr>
          <p:nvPr>
            <p:ph type="title"/>
          </p:nvPr>
        </p:nvSpPr>
        <p:spPr>
          <a:xfrm>
            <a:off x="-79650" y="539850"/>
            <a:ext cx="9303300" cy="582600"/>
          </a:xfrm>
          <a:prstGeom prst="rect">
            <a:avLst/>
          </a:prstGeom>
        </p:spPr>
        <p:txBody>
          <a:bodyPr spcFirstLastPara="1" wrap="square" lIns="91425" tIns="91425" rIns="91425" bIns="91425" anchor="ctr" anchorCtr="0">
            <a:noAutofit/>
          </a:bodyPr>
          <a:lstStyle/>
          <a:p>
            <a:pPr lvl="0"/>
            <a:r>
              <a:rPr lang="en-US" dirty="0">
                <a:solidFill>
                  <a:schemeClr val="accent1"/>
                </a:solidFill>
                <a:latin typeface="Eras Demi ITC" panose="020B0805030504020804" pitchFamily="34" charset="0"/>
              </a:rPr>
              <a:t>Customer Opinions:</a:t>
            </a:r>
            <a:endParaRPr dirty="0">
              <a:latin typeface="Eras Demi ITC" panose="020B0805030504020804" pitchFamily="34" charset="0"/>
            </a:endParaRPr>
          </a:p>
        </p:txBody>
      </p:sp>
      <p:sp>
        <p:nvSpPr>
          <p:cNvPr id="2" name="مستطيل 1"/>
          <p:cNvSpPr/>
          <p:nvPr/>
        </p:nvSpPr>
        <p:spPr>
          <a:xfrm>
            <a:off x="1527717" y="1410756"/>
            <a:ext cx="7504771" cy="2246769"/>
          </a:xfrm>
          <a:prstGeom prst="rect">
            <a:avLst/>
          </a:prstGeom>
        </p:spPr>
        <p:txBody>
          <a:bodyPr wrap="square">
            <a:spAutoFit/>
          </a:bodyPr>
          <a:lstStyle/>
          <a:p>
            <a:r>
              <a:rPr lang="ar-SA" sz="2800" dirty="0" err="1">
                <a:latin typeface="Eras Demi ITC" panose="020B0805030504020804" pitchFamily="34" charset="0"/>
              </a:rPr>
              <a:t>Presenting</a:t>
            </a:r>
            <a:r>
              <a:rPr lang="ar-SA" sz="2800" dirty="0">
                <a:latin typeface="Eras Demi ITC" panose="020B0805030504020804" pitchFamily="34" charset="0"/>
              </a:rPr>
              <a:t> </a:t>
            </a:r>
            <a:r>
              <a:rPr lang="ar-SA" sz="2800" dirty="0" err="1">
                <a:latin typeface="Eras Demi ITC" panose="020B0805030504020804" pitchFamily="34" charset="0"/>
              </a:rPr>
              <a:t>the</a:t>
            </a:r>
            <a:r>
              <a:rPr lang="ar-SA" sz="2800" dirty="0">
                <a:latin typeface="Eras Demi ITC" panose="020B0805030504020804" pitchFamily="34" charset="0"/>
              </a:rPr>
              <a:t> </a:t>
            </a:r>
            <a:r>
              <a:rPr lang="ar-SA" sz="2800" dirty="0" err="1">
                <a:latin typeface="Eras Demi ITC" panose="020B0805030504020804" pitchFamily="34" charset="0"/>
              </a:rPr>
              <a:t>previous</a:t>
            </a:r>
            <a:r>
              <a:rPr lang="ar-SA" sz="2800" dirty="0">
                <a:latin typeface="Eras Demi ITC" panose="020B0805030504020804" pitchFamily="34" charset="0"/>
              </a:rPr>
              <a:t> </a:t>
            </a:r>
            <a:r>
              <a:rPr lang="ar-SA" sz="2800" dirty="0" err="1">
                <a:latin typeface="Eras Demi ITC" panose="020B0805030504020804" pitchFamily="34" charset="0"/>
              </a:rPr>
              <a:t>customer's</a:t>
            </a:r>
            <a:r>
              <a:rPr lang="ar-SA" sz="2800" dirty="0">
                <a:latin typeface="Eras Demi ITC" panose="020B0805030504020804" pitchFamily="34" charset="0"/>
              </a:rPr>
              <a:t> </a:t>
            </a:r>
            <a:r>
              <a:rPr lang="ar-SA" sz="2800" dirty="0" err="1">
                <a:latin typeface="Eras Demi ITC" panose="020B0805030504020804" pitchFamily="34" charset="0"/>
              </a:rPr>
              <a:t>assessment</a:t>
            </a:r>
            <a:r>
              <a:rPr lang="ar-SA" sz="2800" dirty="0">
                <a:latin typeface="Eras Demi ITC" panose="020B0805030504020804" pitchFamily="34" charset="0"/>
              </a:rPr>
              <a:t> </a:t>
            </a:r>
            <a:r>
              <a:rPr lang="ar-SA" sz="2800" dirty="0" err="1">
                <a:latin typeface="Eras Demi ITC" panose="020B0805030504020804" pitchFamily="34" charset="0"/>
              </a:rPr>
              <a:t>and</a:t>
            </a:r>
            <a:r>
              <a:rPr lang="ar-SA" sz="2800" dirty="0">
                <a:latin typeface="Eras Demi ITC" panose="020B0805030504020804" pitchFamily="34" charset="0"/>
              </a:rPr>
              <a:t> </a:t>
            </a:r>
            <a:r>
              <a:rPr lang="ar-SA" sz="2800" dirty="0" err="1">
                <a:latin typeface="Eras Demi ITC" panose="020B0805030504020804" pitchFamily="34" charset="0"/>
              </a:rPr>
              <a:t>opinions</a:t>
            </a:r>
            <a:r>
              <a:rPr lang="ar-SA" sz="2800" dirty="0">
                <a:latin typeface="Eras Demi ITC" panose="020B0805030504020804" pitchFamily="34" charset="0"/>
              </a:rPr>
              <a:t> </a:t>
            </a:r>
            <a:r>
              <a:rPr lang="ar-SA" sz="2800" dirty="0" err="1">
                <a:latin typeface="Eras Demi ITC" panose="020B0805030504020804" pitchFamily="34" charset="0"/>
              </a:rPr>
              <a:t>on</a:t>
            </a:r>
            <a:r>
              <a:rPr lang="ar-SA" sz="2800" dirty="0">
                <a:latin typeface="Eras Demi ITC" panose="020B0805030504020804" pitchFamily="34" charset="0"/>
              </a:rPr>
              <a:t> </a:t>
            </a:r>
            <a:r>
              <a:rPr lang="ar-SA" sz="2800" dirty="0" err="1">
                <a:latin typeface="Eras Demi ITC" panose="020B0805030504020804" pitchFamily="34" charset="0"/>
              </a:rPr>
              <a:t>the</a:t>
            </a:r>
            <a:r>
              <a:rPr lang="ar-SA" sz="2800" dirty="0">
                <a:latin typeface="Eras Demi ITC" panose="020B0805030504020804" pitchFamily="34" charset="0"/>
              </a:rPr>
              <a:t> </a:t>
            </a:r>
            <a:r>
              <a:rPr lang="ar-SA" sz="2800" dirty="0" err="1">
                <a:latin typeface="Eras Demi ITC" panose="020B0805030504020804" pitchFamily="34" charset="0"/>
              </a:rPr>
              <a:t>designs</a:t>
            </a:r>
            <a:r>
              <a:rPr lang="ar-SA" sz="2800" dirty="0">
                <a:latin typeface="Eras Demi ITC" panose="020B0805030504020804" pitchFamily="34" charset="0"/>
              </a:rPr>
              <a:t> </a:t>
            </a:r>
            <a:r>
              <a:rPr lang="ar-SA" sz="2800" dirty="0" err="1">
                <a:latin typeface="Eras Demi ITC" panose="020B0805030504020804" pitchFamily="34" charset="0"/>
              </a:rPr>
              <a:t>we</a:t>
            </a:r>
            <a:r>
              <a:rPr lang="ar-SA" sz="2800" dirty="0">
                <a:latin typeface="Eras Demi ITC" panose="020B0805030504020804" pitchFamily="34" charset="0"/>
              </a:rPr>
              <a:t> </a:t>
            </a:r>
            <a:r>
              <a:rPr lang="ar-SA" sz="2800" dirty="0" err="1">
                <a:latin typeface="Eras Demi ITC" panose="020B0805030504020804" pitchFamily="34" charset="0"/>
              </a:rPr>
              <a:t>have</a:t>
            </a:r>
            <a:r>
              <a:rPr lang="ar-SA" sz="2800" dirty="0">
                <a:latin typeface="Eras Demi ITC" panose="020B0805030504020804" pitchFamily="34" charset="0"/>
              </a:rPr>
              <a:t> </a:t>
            </a:r>
            <a:r>
              <a:rPr lang="ar-SA" sz="2800" dirty="0" err="1">
                <a:latin typeface="Eras Demi ITC" panose="020B0805030504020804" pitchFamily="34" charset="0"/>
              </a:rPr>
              <a:t>implemented</a:t>
            </a:r>
            <a:r>
              <a:rPr lang="ar-SA" sz="2800" dirty="0">
                <a:latin typeface="Eras Demi ITC" panose="020B0805030504020804" pitchFamily="34" charset="0"/>
              </a:rPr>
              <a:t>, </a:t>
            </a:r>
            <a:r>
              <a:rPr lang="ar-SA" sz="2800" dirty="0" err="1">
                <a:latin typeface="Eras Demi ITC" panose="020B0805030504020804" pitchFamily="34" charset="0"/>
              </a:rPr>
              <a:t>will</a:t>
            </a:r>
            <a:r>
              <a:rPr lang="ar-SA" sz="2800" dirty="0">
                <a:latin typeface="Eras Demi ITC" panose="020B0805030504020804" pitchFamily="34" charset="0"/>
              </a:rPr>
              <a:t> </a:t>
            </a:r>
            <a:r>
              <a:rPr lang="ar-SA" sz="2800" dirty="0" err="1">
                <a:latin typeface="Eras Demi ITC" panose="020B0805030504020804" pitchFamily="34" charset="0"/>
              </a:rPr>
              <a:t>enhance</a:t>
            </a:r>
            <a:r>
              <a:rPr lang="ar-SA" sz="2800" dirty="0">
                <a:latin typeface="Eras Demi ITC" panose="020B0805030504020804" pitchFamily="34" charset="0"/>
              </a:rPr>
              <a:t> </a:t>
            </a:r>
            <a:r>
              <a:rPr lang="ar-SA" sz="2800" dirty="0" err="1">
                <a:latin typeface="Eras Demi ITC" panose="020B0805030504020804" pitchFamily="34" charset="0"/>
              </a:rPr>
              <a:t>confidence</a:t>
            </a:r>
            <a:r>
              <a:rPr lang="ar-SA" sz="2800" dirty="0">
                <a:latin typeface="Eras Demi ITC" panose="020B0805030504020804" pitchFamily="34" charset="0"/>
              </a:rPr>
              <a:t> </a:t>
            </a:r>
            <a:r>
              <a:rPr lang="ar-SA" sz="2800" dirty="0" err="1">
                <a:latin typeface="Eras Demi ITC" panose="020B0805030504020804" pitchFamily="34" charset="0"/>
              </a:rPr>
              <a:t>and</a:t>
            </a:r>
            <a:r>
              <a:rPr lang="ar-SA" sz="2800" dirty="0">
                <a:latin typeface="Eras Demi ITC" panose="020B0805030504020804" pitchFamily="34" charset="0"/>
              </a:rPr>
              <a:t> </a:t>
            </a:r>
            <a:r>
              <a:rPr lang="ar-SA" sz="2800" dirty="0" err="1">
                <a:latin typeface="Eras Demi ITC" panose="020B0805030504020804" pitchFamily="34" charset="0"/>
              </a:rPr>
              <a:t>reflect</a:t>
            </a:r>
            <a:r>
              <a:rPr lang="ar-SA" sz="2800" dirty="0">
                <a:latin typeface="Eras Demi ITC" panose="020B0805030504020804" pitchFamily="34" charset="0"/>
              </a:rPr>
              <a:t> </a:t>
            </a:r>
            <a:r>
              <a:rPr lang="ar-SA" sz="2800" dirty="0" err="1">
                <a:latin typeface="Eras Demi ITC" panose="020B0805030504020804" pitchFamily="34" charset="0"/>
              </a:rPr>
              <a:t>the</a:t>
            </a:r>
            <a:r>
              <a:rPr lang="ar-SA" sz="2800" dirty="0">
                <a:latin typeface="Eras Demi ITC" panose="020B0805030504020804" pitchFamily="34" charset="0"/>
              </a:rPr>
              <a:t> </a:t>
            </a:r>
            <a:r>
              <a:rPr lang="ar-SA" sz="2800" dirty="0" err="1">
                <a:latin typeface="Eras Demi ITC" panose="020B0805030504020804" pitchFamily="34" charset="0"/>
              </a:rPr>
              <a:t>quality</a:t>
            </a:r>
            <a:r>
              <a:rPr lang="ar-SA" sz="2800" dirty="0">
                <a:latin typeface="Eras Demi ITC" panose="020B0805030504020804" pitchFamily="34" charset="0"/>
              </a:rPr>
              <a:t> </a:t>
            </a:r>
            <a:r>
              <a:rPr lang="ar-SA" sz="2800" dirty="0" err="1">
                <a:latin typeface="Eras Demi ITC" panose="020B0805030504020804" pitchFamily="34" charset="0"/>
              </a:rPr>
              <a:t>of</a:t>
            </a:r>
            <a:r>
              <a:rPr lang="ar-SA" sz="2800" dirty="0">
                <a:latin typeface="Eras Demi ITC" panose="020B0805030504020804" pitchFamily="34" charset="0"/>
              </a:rPr>
              <a:t> </a:t>
            </a:r>
            <a:r>
              <a:rPr lang="ar-SA" sz="2800" dirty="0" err="1">
                <a:latin typeface="Eras Demi ITC" panose="020B0805030504020804" pitchFamily="34" charset="0"/>
              </a:rPr>
              <a:t>the</a:t>
            </a:r>
            <a:r>
              <a:rPr lang="ar-SA" sz="2800" dirty="0">
                <a:latin typeface="Eras Demi ITC" panose="020B0805030504020804" pitchFamily="34" charset="0"/>
              </a:rPr>
              <a:t> </a:t>
            </a:r>
            <a:r>
              <a:rPr lang="ar-SA" sz="2800" dirty="0" err="1">
                <a:latin typeface="Eras Demi ITC" panose="020B0805030504020804" pitchFamily="34" charset="0"/>
              </a:rPr>
              <a:t>work</a:t>
            </a:r>
            <a:r>
              <a:rPr lang="ar-SA" sz="2800" dirty="0">
                <a:latin typeface="Eras Demi ITC" panose="020B0805030504020804" pitchFamily="34" charset="0"/>
              </a:rPr>
              <a:t> </a:t>
            </a:r>
            <a:r>
              <a:rPr lang="ar-SA" sz="2800" dirty="0" err="1">
                <a:latin typeface="Eras Demi ITC" panose="020B0805030504020804" pitchFamily="34" charset="0"/>
              </a:rPr>
              <a:t>we</a:t>
            </a:r>
            <a:r>
              <a:rPr lang="ar-SA" sz="2800" dirty="0">
                <a:latin typeface="Eras Demi ITC" panose="020B0805030504020804" pitchFamily="34" charset="0"/>
              </a:rPr>
              <a:t> </a:t>
            </a:r>
            <a:r>
              <a:rPr lang="ar-SA" sz="2800" dirty="0" err="1">
                <a:latin typeface="Eras Demi ITC" panose="020B0805030504020804" pitchFamily="34" charset="0"/>
              </a:rPr>
              <a:t>offer</a:t>
            </a:r>
            <a:r>
              <a:rPr lang="ar-SA" sz="2800" dirty="0">
                <a:latin typeface="Eras Demi ITC" panose="020B0805030504020804" pitchFamily="34" charset="0"/>
              </a:rPr>
              <a:t> </a:t>
            </a:r>
            <a:r>
              <a:rPr lang="ar-SA" sz="2800" dirty="0" err="1">
                <a:latin typeface="Eras Demi ITC" panose="020B0805030504020804" pitchFamily="34" charset="0"/>
              </a:rPr>
              <a:t>as</a:t>
            </a:r>
            <a:r>
              <a:rPr lang="ar-SA" sz="2800" dirty="0">
                <a:latin typeface="Eras Demi ITC" panose="020B0805030504020804" pitchFamily="34" charset="0"/>
              </a:rPr>
              <a:t> a </a:t>
            </a:r>
            <a:r>
              <a:rPr lang="ar-SA" sz="2800" dirty="0" err="1">
                <a:latin typeface="Eras Demi ITC" panose="020B0805030504020804" pitchFamily="34" charset="0"/>
              </a:rPr>
              <a:t>company</a:t>
            </a:r>
            <a:r>
              <a:rPr lang="ar-SA" sz="2800" dirty="0">
                <a:latin typeface="Eras Demi ITC" panose="020B0805030504020804" pitchFamily="34"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4"/>
        <p:cNvGrpSpPr/>
        <p:nvPr/>
      </p:nvGrpSpPr>
      <p:grpSpPr>
        <a:xfrm>
          <a:off x="0" y="0"/>
          <a:ext cx="0" cy="0"/>
          <a:chOff x="0" y="0"/>
          <a:chExt cx="0" cy="0"/>
        </a:xfrm>
      </p:grpSpPr>
      <p:sp>
        <p:nvSpPr>
          <p:cNvPr id="2216" name="Google Shape;2216;p57"/>
          <p:cNvSpPr txBox="1">
            <a:spLocks noGrp="1"/>
          </p:cNvSpPr>
          <p:nvPr>
            <p:ph type="body" idx="2"/>
          </p:nvPr>
        </p:nvSpPr>
        <p:spPr>
          <a:xfrm>
            <a:off x="2242996" y="1724722"/>
            <a:ext cx="5800749" cy="1429720"/>
          </a:xfrm>
          <a:prstGeom prst="rect">
            <a:avLst/>
          </a:prstGeom>
        </p:spPr>
        <p:txBody>
          <a:bodyPr spcFirstLastPara="1" wrap="square" lIns="91425" tIns="91425" rIns="91425" bIns="91425" anchor="b" anchorCtr="0">
            <a:noAutofit/>
          </a:bodyPr>
          <a:lstStyle/>
          <a:p>
            <a:pPr marL="285750" lvl="0" indent="-285750">
              <a:buFont typeface="Wingdings" panose="05000000000000000000" pitchFamily="2" charset="2"/>
              <a:buChar char="§"/>
            </a:pPr>
            <a:r>
              <a:rPr lang="en-US" sz="2800" dirty="0">
                <a:latin typeface="Eras Demi ITC" panose="020B0805030504020804" pitchFamily="34" charset="0"/>
                <a:hlinkClick r:id="rId3"/>
              </a:rPr>
              <a:t>https://www.w3schools.com/</a:t>
            </a:r>
            <a:endParaRPr lang="en-US" sz="2800" dirty="0">
              <a:latin typeface="Eras Demi ITC" panose="020B0805030504020804" pitchFamily="34" charset="0"/>
            </a:endParaRPr>
          </a:p>
          <a:p>
            <a:pPr marL="285750" lvl="0" indent="-285750">
              <a:buFont typeface="Wingdings" panose="05000000000000000000" pitchFamily="2" charset="2"/>
              <a:buChar char="§"/>
            </a:pPr>
            <a:r>
              <a:rPr lang="en-US" sz="2800" dirty="0">
                <a:latin typeface="Eras Demi ITC" panose="020B0805030504020804" pitchFamily="34" charset="0"/>
                <a:hlinkClick r:id="rId4"/>
              </a:rPr>
              <a:t>https://www.pinterest.com/</a:t>
            </a:r>
            <a:endParaRPr lang="en-US" sz="2800" dirty="0">
              <a:latin typeface="Eras Demi ITC" panose="020B0805030504020804" pitchFamily="34" charset="0"/>
            </a:endParaRPr>
          </a:p>
          <a:p>
            <a:pPr marL="285750" lvl="0" indent="-285750">
              <a:buFont typeface="Wingdings" panose="05000000000000000000" pitchFamily="2" charset="2"/>
              <a:buChar char="§"/>
            </a:pPr>
            <a:r>
              <a:rPr lang="en-US" sz="2800" dirty="0">
                <a:latin typeface="Eras Demi ITC" panose="020B0805030504020804" pitchFamily="34" charset="0"/>
              </a:rPr>
              <a:t>https://www.freepik.com/</a:t>
            </a:r>
            <a:endParaRPr sz="2800" dirty="0">
              <a:latin typeface="Eras Demi ITC" panose="020B0805030504020804" pitchFamily="34" charset="0"/>
            </a:endParaRPr>
          </a:p>
        </p:txBody>
      </p:sp>
      <p:sp>
        <p:nvSpPr>
          <p:cNvPr id="2217" name="Google Shape;2217;p57"/>
          <p:cNvSpPr txBox="1">
            <a:spLocks noGrp="1"/>
          </p:cNvSpPr>
          <p:nvPr>
            <p:ph type="title"/>
          </p:nvPr>
        </p:nvSpPr>
        <p:spPr>
          <a:xfrm>
            <a:off x="-152100" y="539400"/>
            <a:ext cx="9448200" cy="58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Eras Demi ITC" panose="020B0805030504020804" pitchFamily="34" charset="0"/>
              </a:rPr>
              <a:t>RESOURCES</a:t>
            </a:r>
            <a:endParaRPr dirty="0">
              <a:latin typeface="Eras Demi ITC" panose="020B08050305040208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نص 2"/>
          <p:cNvSpPr>
            <a:spLocks noGrp="1"/>
          </p:cNvSpPr>
          <p:nvPr>
            <p:ph type="body" idx="2"/>
          </p:nvPr>
        </p:nvSpPr>
        <p:spPr>
          <a:xfrm>
            <a:off x="3618314" y="2691161"/>
            <a:ext cx="3422400" cy="1251300"/>
          </a:xfrm>
        </p:spPr>
        <p:txBody>
          <a:bodyPr/>
          <a:lstStyle/>
          <a:p>
            <a:r>
              <a:rPr lang="en-US" sz="4000" dirty="0" err="1">
                <a:latin typeface="Eras Demi ITC" panose="020B0805030504020804" pitchFamily="34" charset="0"/>
              </a:rPr>
              <a:t>Leen</a:t>
            </a:r>
            <a:endParaRPr lang="en-US" sz="4000" dirty="0">
              <a:latin typeface="Eras Demi ITC" panose="020B0805030504020804" pitchFamily="34" charset="0"/>
            </a:endParaRPr>
          </a:p>
          <a:p>
            <a:r>
              <a:rPr lang="en-US" sz="4000" dirty="0">
                <a:latin typeface="Eras Demi ITC" panose="020B0805030504020804" pitchFamily="34" charset="0"/>
              </a:rPr>
              <a:t>Hind</a:t>
            </a:r>
          </a:p>
          <a:p>
            <a:r>
              <a:rPr lang="en-US" sz="4000" dirty="0" err="1">
                <a:latin typeface="Eras Demi ITC" panose="020B0805030504020804" pitchFamily="34" charset="0"/>
              </a:rPr>
              <a:t>Ghadah</a:t>
            </a:r>
            <a:endParaRPr lang="en-US" sz="4000" dirty="0">
              <a:latin typeface="Eras Demi ITC" panose="020B0805030504020804" pitchFamily="34" charset="0"/>
            </a:endParaRPr>
          </a:p>
          <a:p>
            <a:r>
              <a:rPr lang="en-US" sz="4000" dirty="0">
                <a:latin typeface="Eras Demi ITC" panose="020B0805030504020804" pitchFamily="34" charset="0"/>
              </a:rPr>
              <a:t>Anwar</a:t>
            </a:r>
          </a:p>
          <a:p>
            <a:r>
              <a:rPr lang="ar-SA" sz="4000" dirty="0" err="1">
                <a:latin typeface="Eras Demi ITC" panose="020B0805030504020804" pitchFamily="34" charset="0"/>
              </a:rPr>
              <a:t>Nourah</a:t>
            </a:r>
            <a:r>
              <a:rPr lang="en-US" sz="4000" dirty="0">
                <a:latin typeface="Eras Demi ITC" panose="020B0805030504020804" pitchFamily="34" charset="0"/>
              </a:rPr>
              <a:t> </a:t>
            </a:r>
            <a:endParaRPr lang="ar-SA" sz="4000" dirty="0">
              <a:latin typeface="Eras Demi ITC" panose="020B0805030504020804" pitchFamily="34" charset="0"/>
            </a:endParaRPr>
          </a:p>
        </p:txBody>
      </p:sp>
    </p:spTree>
    <p:extLst>
      <p:ext uri="{BB962C8B-B14F-4D97-AF65-F5344CB8AC3E}">
        <p14:creationId xmlns:p14="http://schemas.microsoft.com/office/powerpoint/2010/main" val="1561890736"/>
      </p:ext>
    </p:extLst>
  </p:cSld>
  <p:clrMapOvr>
    <a:masterClrMapping/>
  </p:clrMapOvr>
</p:sld>
</file>

<file path=ppt/theme/theme1.xml><?xml version="1.0" encoding="utf-8"?>
<a:theme xmlns:a="http://schemas.openxmlformats.org/drawingml/2006/main" name="Modern Plants Portfolio by Slidesgo">
  <a:themeElements>
    <a:clrScheme name="Simple Light">
      <a:dk1>
        <a:srgbClr val="191919"/>
      </a:dk1>
      <a:lt1>
        <a:srgbClr val="EFEFEF"/>
      </a:lt1>
      <a:dk2>
        <a:srgbClr val="999999"/>
      </a:dk2>
      <a:lt2>
        <a:srgbClr val="FFFFFF"/>
      </a:lt2>
      <a:accent1>
        <a:srgbClr val="357718"/>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554</Words>
  <Application>Microsoft Office PowerPoint</Application>
  <PresentationFormat>عرض على الشاشة (16:9)</PresentationFormat>
  <Paragraphs>38</Paragraphs>
  <Slides>13</Slides>
  <Notes>12</Notes>
  <HiddenSlides>0</HiddenSlides>
  <MMClips>0</MMClips>
  <ScaleCrop>false</ScaleCrop>
  <HeadingPairs>
    <vt:vector size="4" baseType="variant">
      <vt:variant>
        <vt:lpstr>نسق</vt:lpstr>
      </vt:variant>
      <vt:variant>
        <vt:i4>1</vt:i4>
      </vt:variant>
      <vt:variant>
        <vt:lpstr>عناوين الشرائح</vt:lpstr>
      </vt:variant>
      <vt:variant>
        <vt:i4>13</vt:i4>
      </vt:variant>
    </vt:vector>
  </HeadingPairs>
  <TitlesOfParts>
    <vt:vector size="14" baseType="lpstr">
      <vt:lpstr>Modern Plants Portfolio by Slidesgo</vt:lpstr>
      <vt:lpstr>The Garden Shed</vt:lpstr>
      <vt:lpstr>General idea of landscaping:</vt:lpstr>
      <vt:lpstr>01</vt:lpstr>
      <vt:lpstr>Home page</vt:lpstr>
      <vt:lpstr>Page Contact Us:</vt:lpstr>
      <vt:lpstr>Services page: </vt:lpstr>
      <vt:lpstr> About us Page </vt:lpstr>
      <vt:lpstr>Warranty Policy Page</vt:lpstr>
      <vt:lpstr>Tips to keep your garden healthy</vt:lpstr>
      <vt:lpstr>Garden design ideas</vt:lpstr>
      <vt:lpstr>Customer Opinions:</vt:lpstr>
      <vt:lpstr>RESOURCES</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Garden Shed</dc:title>
  <dc:creator>scc</dc:creator>
  <cp:lastModifiedBy>مستخدم غير معروف</cp:lastModifiedBy>
  <cp:revision>14</cp:revision>
  <dcterms:modified xsi:type="dcterms:W3CDTF">2023-10-19T20:03:40Z</dcterms:modified>
</cp:coreProperties>
</file>